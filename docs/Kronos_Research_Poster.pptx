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0a4a6534764889" /><Relationship Type="http://schemas.openxmlformats.org/officeDocument/2006/relationships/extended-properties" Target="/docProps/app.xml" Id="R047ff633877943ed" /><Relationship Type="http://schemas.openxmlformats.org/officeDocument/2006/relationships/officeDocument" Target="/ppt/presentation.xml" Id="R5d11a2a72640427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0bf63d41694d15"/>
  </p:sldMasterIdLst>
  <p:notesMasterIdLst>
    <p:notesMasterId xmlns:r="http://schemas.openxmlformats.org/officeDocument/2006/relationships" r:id="R7dd6267a52564e6e"/>
  </p:notesMasterIdLst>
  <p:sldIdLst>
    <p:sldId xmlns:r="http://schemas.openxmlformats.org/officeDocument/2006/relationships" id="256" r:id="R58c88a67f70e48fc"/>
  </p:sldIdLst>
  <p:sldSz cx="14198600" cy="201041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aabd0ba07214c1e" /><Relationship Type="http://schemas.openxmlformats.org/officeDocument/2006/relationships/slideMaster" Target="/ppt/slideMasters/slideMaster1.xml" Id="Rcf0bf63d41694d15" /><Relationship Type="http://schemas.openxmlformats.org/officeDocument/2006/relationships/notesMaster" Target="/ppt/notesMasters/notesMaster1.xml" Id="R7dd6267a52564e6e" /><Relationship Type="http://schemas.openxmlformats.org/officeDocument/2006/relationships/presProps" Target="/ppt/presProps.xml" Id="R55e6416fc0454a50" /><Relationship Type="http://schemas.openxmlformats.org/officeDocument/2006/relationships/viewProps" Target="/ppt/viewProps.xml" Id="Rd81fc5be925d494a" /><Relationship Type="http://schemas.openxmlformats.org/officeDocument/2006/relationships/tableStyles" Target="/ppt/tableStyles.xml" Id="Rd8ea365ec03c43cb" /><Relationship Type="http://schemas.openxmlformats.org/officeDocument/2006/relationships/slide" Target="/ppt/slides/slide1.xml" Id="R58c88a67f70e48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cf9441b29444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47a0dc73194fe1" /><Relationship Type="http://schemas.openxmlformats.org/officeDocument/2006/relationships/notesMaster" Target="/ppt/notesMasters/notesMaster1.xml" Id="R324c06d90e08477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2fdeb51b1240f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71ec3d0224d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2e690d344c443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900fa3cc05c4a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989373ebb44b69" /></Relationships>
</file>

<file path=ppt/slideLayouts/slideLayout1.xml><?xml version="1.0" encoding="utf-8"?>
<p:sldLayout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5594197F-8FED-4F60-B9B3-6C79819620D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065371" y="6232271"/>
            <a:ext cx="12074208" cy="422186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AA62FAA4-4523-437C-A4A7-B03552D1DAEE}"/>
              </a:ext>
            </a:extLst>
          </p:cNvPr>
          <p:cNvSpPr>
            <a:spLocks xmlns:a="http://schemas.openxmlformats.org/drawingml/2006/main" noGrp="1"/>
          </p:cNvSpPr>
          <p:nvPr>
            <p:ph type="subTitle" idx="4"/>
          </p:nvPr>
        </p:nvSpPr>
        <p:spPr>
          <a:xfrm xmlns:a="http://schemas.openxmlformats.org/drawingml/2006/main">
            <a:off x="2130742" y="11258296"/>
            <a:ext cx="9943465" cy="5026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2D11048E-0F49-47B8-8629-6B6843B49BDC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69958CF5-6EEA-49B7-9DEF-246611335CCC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A1B05024-5F25-46CE-AB89-B526338A1DC3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B26D695F-C0C8-4927-88CA-D3BA9B346C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A281DD0E-5B3F-4523-99CD-44F627880C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E8BF0202-4A08-487E-91F3-B96D6DC68638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3C5FC943-268B-4498-B6D2-DDD125F89EAE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D8AB30E1-F716-4447-A3EA-14CBECEADE25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1AE87B5B-557A-4A91-AED2-76E2490236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BDC2EBA8-C929-4535-9F4A-BC3F953717A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710247" y="4623943"/>
            <a:ext cx="6179153" cy="132687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10168A85-B37D-4ABF-81C8-05E60BF5BBDA}"/>
              </a:ext>
            </a:extLst>
          </p:cNvPr>
          <p:cNvSpPr>
            <a:spLocks xmlns:a="http://schemas.openxmlformats.org/drawingml/2006/main" noGrp="1"/>
          </p:cNvSpPr>
          <p:nvPr>
            <p:ph idx="3"/>
          </p:nvPr>
        </p:nvSpPr>
        <p:spPr>
          <a:xfrm xmlns:a="http://schemas.openxmlformats.org/drawingml/2006/main">
            <a:off x="7315549" y="4623943"/>
            <a:ext cx="6179153" cy="132687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79934A69-D9BD-4F9B-8797-FEDF66CF98B4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985A2719-9DAB-4B95-B199-E7013A15F151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7" name="Holder 7">
            <a:extLst xmlns:a="http://schemas.openxmlformats.org/drawingml/2006/main">
              <a:ext uri="{FF2B5EF4-FFF2-40B4-BE49-F238E27FC236}">
                <a16:creationId xmlns:a16="http://schemas.microsoft.com/office/drawing/2014/main" id="{1C8DAC0B-82A1-416A-8C3C-522FA4DC9C27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7CF35FDF-5446-4534-815F-59A6D932E84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92B822BD-0B40-41B8-8705-D254533E5746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E9AF580E-0BEC-43AC-ADF6-287CE1E1E54A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648C8286-2FE9-4C20-8C22-47993CA8F733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AF720942-9E79-4CA4-A7C0-875F7F382E25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3F09C7E9-CF25-4F2D-BC83-F178617508D1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1255D76A-1127-45E6-8390-CF21655B63DE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/>
        <p:txBody>
          <a:bodyPr xmlns:a="http://schemas.openxmlformats.org/drawingml/2006/main" lIns="0" tIns="0" rIns="0" bIns="0"/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jpeg" Id="R6cef23bf545f4703" /><Relationship Type="http://schemas.openxmlformats.org/officeDocument/2006/relationships/theme" Target="/ppt/slideMasters/theme/theme2.xml" Id="Re128136b3ef6482f" /><Relationship Type="http://schemas.openxmlformats.org/officeDocument/2006/relationships/slideLayout" Target="/ppt/slideLayouts/slideLayout1.xml" Id="R9ce54e0d1a844cac" /><Relationship Type="http://schemas.openxmlformats.org/officeDocument/2006/relationships/slideLayout" Target="/ppt/slideLayouts/slideLayout2.xml" Id="R78611a96282a4de6" /><Relationship Type="http://schemas.openxmlformats.org/officeDocument/2006/relationships/slideLayout" Target="/ppt/slideLayouts/slideLayout3.xml" Id="Rea944d1d50d04241" /><Relationship Type="http://schemas.openxmlformats.org/officeDocument/2006/relationships/slideLayout" Target="/ppt/slideLayouts/slideLayout4.xml" Id="R7cb7fdbcb467417b" /><Relationship Type="http://schemas.openxmlformats.org/officeDocument/2006/relationships/slideLayout" Target="/ppt/slideLayouts/slideLayout5.xml" Id="R35231d1388b24c3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bg object 16">
            <a:extLst xmlns:a="http://schemas.openxmlformats.org/drawingml/2006/main">
              <a:ext uri="{FF2B5EF4-FFF2-40B4-BE49-F238E27FC236}">
                <a16:creationId xmlns:a16="http://schemas.microsoft.com/office/drawing/2014/main" id="{CFD4D22C-1C90-40E6-BC10-9118F898E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-1"/>
            <a:ext cx="14202410" cy="1518285"/>
          </a:xfrm>
          <a:custGeom xmlns:a="http://schemas.openxmlformats.org/drawingml/2006/main">
            <a:rect l="l" t="t" r="r" b="b"/>
            <a:pathLst>
              <a:path w="14202410" h="1518285">
                <a:moveTo>
                  <a:pt x="14202202" y="0"/>
                </a:moveTo>
                <a:lnTo>
                  <a:pt x="0" y="0"/>
                </a:lnTo>
                <a:lnTo>
                  <a:pt x="0" y="1517978"/>
                </a:lnTo>
                <a:lnTo>
                  <a:pt x="14202202" y="1517978"/>
                </a:lnTo>
                <a:lnTo>
                  <a:pt x="14202202" y="0"/>
                </a:lnTo>
                <a:close/>
              </a:path>
            </a:pathLst>
          </a:custGeom>
          <a:solidFill xmlns:a="http://schemas.openxmlformats.org/drawingml/2006/main">
            <a:srgbClr val="C41324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19" name="bg object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ef23bf545f470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14788" y="189324"/>
            <a:ext cx="7644536" cy="1116134"/>
          </a:xfrm>
          <a:prstGeom xmlns:a="http://schemas.openxmlformats.org/drawingml/2006/main" prst="rect">
            <a:avLst/>
          </a:prstGeom>
        </p:spPr>
      </p:pic>
      <p:sp>
        <p:nvSpPr>
          <p:cNvPr id="2" name="Holder 2">
            <a:extLst xmlns:a="http://schemas.openxmlformats.org/drawingml/2006/main">
              <a:ext uri="{FF2B5EF4-FFF2-40B4-BE49-F238E27FC236}">
                <a16:creationId xmlns:a16="http://schemas.microsoft.com/office/drawing/2014/main" id="{27AA00DA-E012-4A71-B141-5962B19D98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10247" y="804164"/>
            <a:ext cx="12784455" cy="321665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3" name="Holder 3">
            <a:extLst xmlns:a="http://schemas.openxmlformats.org/drawingml/2006/main">
              <a:ext uri="{FF2B5EF4-FFF2-40B4-BE49-F238E27FC236}">
                <a16:creationId xmlns:a16="http://schemas.microsoft.com/office/drawing/2014/main" id="{3457149C-CE93-4AB7-BD63-521E6C93EA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10247" y="4623943"/>
            <a:ext cx="12784455" cy="1326870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endParaRPr/>
          </a:p>
        </p:txBody>
      </p:sp>
      <p:sp>
        <p:nvSpPr>
          <p:cNvPr id="4" name="Holder 4">
            <a:extLst xmlns:a="http://schemas.openxmlformats.org/drawingml/2006/main">
              <a:ext uri="{FF2B5EF4-FFF2-40B4-BE49-F238E27FC236}">
                <a16:creationId xmlns:a16="http://schemas.microsoft.com/office/drawing/2014/main" id="{0E19AA5C-B188-4E8C-B5D0-3EAEF283BA4F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4829683" y="18696814"/>
            <a:ext cx="4545584" cy="1005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5" name="Holder 5">
            <a:extLst xmlns:a="http://schemas.openxmlformats.org/drawingml/2006/main">
              <a:ext uri="{FF2B5EF4-FFF2-40B4-BE49-F238E27FC236}">
                <a16:creationId xmlns:a16="http://schemas.microsoft.com/office/drawing/2014/main" id="{C3666977-633F-418C-9E22-3C551DF1A48C}"/>
              </a:ext>
            </a:extLst>
          </p:cNvPr>
          <p:cNvSpPr>
            <a:spLocks xmlns:a="http://schemas.openxmlformats.org/drawingml/2006/main" noGrp="1"/>
          </p:cNvSpPr>
          <p:nvPr>
            <p:ph type="dt" idx="6"/>
          </p:nvPr>
        </p:nvSpPr>
        <p:spPr>
          <a:xfrm xmlns:a="http://schemas.openxmlformats.org/drawingml/2006/main">
            <a:off x="710247" y="18696814"/>
            <a:ext cx="3267138" cy="1005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l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9/8/2026</a:t>
            </a:fld>
            <a:endParaRPr/>
          </a:p>
        </p:txBody>
      </p:sp>
      <p:sp>
        <p:nvSpPr>
          <p:cNvPr id="6" name="Holder 6">
            <a:extLst xmlns:a="http://schemas.openxmlformats.org/drawingml/2006/main">
              <a:ext uri="{FF2B5EF4-FFF2-40B4-BE49-F238E27FC236}">
                <a16:creationId xmlns:a16="http://schemas.microsoft.com/office/drawing/2014/main" id="{902F2185-A708-46B7-8E9D-55D331398F0E}"/>
              </a:ext>
            </a:extLst>
          </p:cNvPr>
          <p:cNvSpPr>
            <a:spLocks xmlns:a="http://schemas.openxmlformats.org/drawingml/2006/main" noGrp="1"/>
          </p:cNvSpPr>
          <p:nvPr>
            <p:ph type="sldNum" idx="7"/>
          </p:nvPr>
        </p:nvSpPr>
        <p:spPr>
          <a:xfrm xmlns:a="http://schemas.openxmlformats.org/drawingml/2006/main">
            <a:off x="10227564" y="18696814"/>
            <a:ext cx="3267138" cy="10052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>
            <a:spAutoFit/>
          </a:bodyPr>
          <a:lstStyle xmlns:a="http://schemas.openxmlformats.org/drawingml/2006/main">
            <a:lvl1pPr algn="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e54e0d1a844cac"/>
    <p:sldLayoutId xmlns:r="http://schemas.openxmlformats.org/officeDocument/2006/relationships" id="2147483650" r:id="R78611a96282a4de6"/>
    <p:sldLayoutId xmlns:r="http://schemas.openxmlformats.org/officeDocument/2006/relationships" id="2147483651" r:id="Rea944d1d50d04241"/>
    <p:sldLayoutId xmlns:r="http://schemas.openxmlformats.org/officeDocument/2006/relationships" id="2147483652" r:id="R7cb7fdbcb467417b"/>
    <p:sldLayoutId xmlns:r="http://schemas.openxmlformats.org/officeDocument/2006/relationships" id="2147483653" r:id="R35231d1388b24c37"/>
  </p:sldLayoutIdLst>
  <p:txStyles>
    <p:titleStyle>
      <a:lvl1pPr xmlns:a="http://schemas.openxmlformats.org/drawingml/2006/main">
        <a:buNone/>
        <a:defRPr>
          <a:latin typeface="+mj-lt"/>
          <a:ea typeface="+mj-lt"/>
          <a:cs typeface="+mj-lt"/>
        </a:defRPr>
      </a:lvl1pPr>
    </p:titleStyle>
    <p:body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bodyStyle>
    <p:otherStyle>
      <a:lvl1pPr xmlns:a="http://schemas.openxmlformats.org/drawingml/2006/main" marL="0">
        <a:buNone/>
        <a:defRPr>
          <a:latin typeface="+mn-lt"/>
          <a:ea typeface="+mn-lt"/>
          <a:cs typeface="+mn-lt"/>
        </a:defRPr>
      </a:lvl1pPr>
      <a:lvl2pPr xmlns:a="http://schemas.openxmlformats.org/drawingml/2006/main" marL="457200">
        <a:buNone/>
        <a:defRPr>
          <a:latin typeface="+mn-lt"/>
          <a:ea typeface="+mn-lt"/>
          <a:cs typeface="+mn-lt"/>
        </a:defRPr>
      </a:lvl2pPr>
      <a:lvl3pPr xmlns:a="http://schemas.openxmlformats.org/drawingml/2006/main" marL="914400">
        <a:buNone/>
        <a:defRPr>
          <a:latin typeface="+mn-lt"/>
          <a:ea typeface="+mn-lt"/>
          <a:cs typeface="+mn-lt"/>
        </a:defRPr>
      </a:lvl3pPr>
      <a:lvl4pPr xmlns:a="http://schemas.openxmlformats.org/drawingml/2006/main" marL="1371600">
        <a:buNone/>
        <a:defRPr>
          <a:latin typeface="+mn-lt"/>
          <a:ea typeface="+mn-lt"/>
          <a:cs typeface="+mn-lt"/>
        </a:defRPr>
      </a:lvl4pPr>
      <a:lvl5pPr xmlns:a="http://schemas.openxmlformats.org/drawingml/2006/main" marL="1828800">
        <a:buNone/>
        <a:defRPr>
          <a:latin typeface="+mn-lt"/>
          <a:ea typeface="+mn-lt"/>
          <a:cs typeface="+mn-lt"/>
        </a:defRPr>
      </a:lvl5pPr>
      <a:lvl6pPr xmlns:a="http://schemas.openxmlformats.org/drawingml/2006/main" marL="2286000">
        <a:buNone/>
        <a:defRPr>
          <a:latin typeface="+mn-lt"/>
          <a:ea typeface="+mn-lt"/>
          <a:cs typeface="+mn-lt"/>
        </a:defRPr>
      </a:lvl6pPr>
      <a:lvl7pPr xmlns:a="http://schemas.openxmlformats.org/drawingml/2006/main" marL="2743200">
        <a:buNone/>
        <a:defRPr>
          <a:latin typeface="+mn-lt"/>
          <a:ea typeface="+mn-lt"/>
          <a:cs typeface="+mn-lt"/>
        </a:defRPr>
      </a:lvl7pPr>
      <a:lvl8pPr xmlns:a="http://schemas.openxmlformats.org/drawingml/2006/main" marL="3200400">
        <a:buNone/>
        <a:defRPr>
          <a:latin typeface="+mn-lt"/>
          <a:ea typeface="+mn-lt"/>
          <a:cs typeface="+mn-lt"/>
        </a:defRPr>
      </a:lvl8pPr>
      <a:lvl9pPr xmlns:a="http://schemas.openxmlformats.org/drawingml/2006/main" marL="3657600">
        <a:buNone/>
        <a:defRPr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fc134fc777bd47bf" /><Relationship Type="http://schemas.openxmlformats.org/officeDocument/2006/relationships/image" Target="/ppt/media/image2.jpeg" Id="Ra9a08026af0c46d3" /><Relationship Type="http://schemas.openxmlformats.org/officeDocument/2006/relationships/image" Target="/ppt/media/image.png" Id="R15b3efabb022408e" /><Relationship Type="http://schemas.openxmlformats.org/officeDocument/2006/relationships/image" Target="/ppt/media/image2.png" Id="R7fb040bcee144436" /><Relationship Type="http://schemas.openxmlformats.org/officeDocument/2006/relationships/image" Target="/ppt/media/image3.jpeg" Id="Ra86a6b51bfd0499b" /><Relationship Type="http://schemas.openxmlformats.org/officeDocument/2006/relationships/image" Target="/ppt/media/image4.jpeg" Id="Rba8c108e529546e7" /><Relationship Type="http://schemas.openxmlformats.org/officeDocument/2006/relationships/notesSlide" Target="/ppt/notesSlides/notesSlide1.xml" Id="Ra3586e648a0945c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object 2">
            <a:extLst xmlns:a="http://schemas.openxmlformats.org/drawingml/2006/main">
              <a:ext uri="{FF2B5EF4-FFF2-40B4-BE49-F238E27FC236}">
                <a16:creationId xmlns:a16="http://schemas.microsoft.com/office/drawing/2014/main" id="{5F2F696C-AEB7-424B-B3F9-A3B83AE8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76" y="134037"/>
            <a:ext cx="4765675" cy="6432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48260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ts val="2310"/>
              </a:lnSpc>
              <a:spcBef>
                <a:spcPts val="380"/>
              </a:spcBef>
              <a:buNone/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FOUNDATIONAL</a:t>
            </a:r>
            <a:r>
              <a:rPr sz="2100" b="1" spc="-55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LLMs</a:t>
            </a:r>
            <a:r>
              <a:rPr sz="2100" b="1" spc="-10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</a:t>
            </a:r>
            <a:r>
              <a:rPr sz="2100" b="1" spc="5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1" spc="-10">
                <a:solidFill>
                  <a:srgbClr val="FFFFFF"/>
                </a:solidFill>
                <a:latin typeface="Arial"/>
                <a:ea typeface="Arial"/>
                <a:cs typeface="Arial"/>
              </a:rPr>
              <a:t>BITCOIN </a:t>
            </a: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PRICE</a:t>
            </a:r>
            <a:r>
              <a:rPr sz="2100" b="1" spc="75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DIRECTION</a:t>
            </a:r>
            <a:r>
              <a:rPr sz="2100" b="1" spc="45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2100" b="1" spc="-1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FORECASTING</a:t>
            </a:r>
            <a:endParaRPr sz="2100">
              <a:latin typeface="Arial"/>
              <a:ea typeface="Arial"/>
              <a:cs typeface="Arial"/>
            </a:endParaRPr>
          </a:p>
        </p:txBody>
      </p:sp>
      <p:sp>
        <p:nvSpPr>
          <p:cNvPr id="3" name="object 3">
            <a:extLst xmlns:a="http://schemas.openxmlformats.org/drawingml/2006/main">
              <a:ext uri="{FF2B5EF4-FFF2-40B4-BE49-F238E27FC236}">
                <a16:creationId xmlns:a16="http://schemas.microsoft.com/office/drawing/2014/main" id="{12D84070-E1CC-4EEF-860E-93DC5530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76" y="892013"/>
            <a:ext cx="2601924" cy="16607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 marR="5080">
              <a:lnSpc>
                <a:spcPct val="100000"/>
              </a:lnSpc>
              <a:spcBef>
                <a:spcPts val="95"/>
              </a:spcBef>
              <a:buNone/>
            </a:pPr>
            <a:r>
              <a:rPr sz="1000" spc="-10">
                <a:solidFill>
                  <a:srgbClr val="FFDDDD"/>
                </a:solidFill>
                <a:latin typeface="Arial MT"/>
                <a:ea typeface="Arial MT"/>
                <a:cs typeface="Arial MT"/>
              </a:rPr>
              <a:t>Abdelrahman Osman</a:t>
            </a:r>
            <a:endParaRPr sz="1000">
              <a:latin typeface="Arial MT"/>
              <a:ea typeface="Arial MT"/>
              <a:cs typeface="Arial MT"/>
            </a:endParaRPr>
          </a:p>
        </p:txBody>
      </p:sp>
      <p:sp>
        <p:nvSpPr>
          <p:cNvPr id="5" name="object 5">
            <a:extLst xmlns:a="http://schemas.openxmlformats.org/drawingml/2006/main">
              <a:ext uri="{FF2B5EF4-FFF2-40B4-BE49-F238E27FC236}">
                <a16:creationId xmlns:a16="http://schemas.microsoft.com/office/drawing/2014/main" id="{67F059CE-4840-495B-994D-1B8F77B1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76" y="1164238"/>
            <a:ext cx="1891030" cy="1676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900" b="1">
                <a:solidFill>
                  <a:srgbClr val="FFEDAA"/>
                </a:solidFill>
                <a:latin typeface="Arial"/>
                <a:ea typeface="Arial"/>
                <a:cs typeface="Arial"/>
              </a:rPr>
              <a:t>Supervised</a:t>
            </a:r>
            <a:r>
              <a:rPr sz="900" b="1" spc="25">
                <a:solidFill>
                  <a:srgbClr val="FFEDAA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EDAA"/>
                </a:solidFill>
                <a:latin typeface="Arial"/>
                <a:ea typeface="Arial"/>
                <a:cs typeface="Arial"/>
              </a:rPr>
              <a:t>by:</a:t>
            </a:r>
            <a:r>
              <a:rPr sz="900" b="1" spc="95">
                <a:solidFill>
                  <a:srgbClr val="FFEDAA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EDAA"/>
                </a:solidFill>
                <a:latin typeface="Arial"/>
                <a:ea typeface="Arial"/>
                <a:cs typeface="Arial"/>
              </a:rPr>
              <a:t>Dr.</a:t>
            </a:r>
            <a:r>
              <a:rPr sz="900" b="1" spc="55">
                <a:solidFill>
                  <a:srgbClr val="FFEDAA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>
                <a:solidFill>
                  <a:srgbClr val="FFEDAA"/>
                </a:solidFill>
                <a:latin typeface="Arial"/>
                <a:ea typeface="Arial"/>
                <a:cs typeface="Arial"/>
              </a:rPr>
              <a:t>Shengcai</a:t>
            </a:r>
            <a:r>
              <a:rPr sz="900" b="1" spc="40">
                <a:solidFill>
                  <a:srgbClr val="FFEDAA"/>
                </a:solidFill>
                <a:latin typeface="Arial"/>
                <a:ea typeface="Arial"/>
                <a:cs typeface="Arial"/>
              </a:rPr>
              <a:t> </a:t>
            </a:r>
            <a:r>
              <a:rPr sz="900" b="1" spc="-20">
                <a:solidFill>
                  <a:srgbClr val="FFEDAA"/>
                </a:solidFill>
                <a:latin typeface="Arial"/>
                <a:ea typeface="Arial"/>
                <a:cs typeface="Arial"/>
              </a:rPr>
              <a:t>Liao</a:t>
            </a:r>
            <a:endParaRPr sz="900">
              <a:latin typeface="Arial"/>
              <a:ea typeface="Arial"/>
              <a:cs typeface="Arial"/>
            </a:endParaRPr>
          </a:p>
        </p:txBody>
      </p:sp>
      <p:sp>
        <p:nvSpPr>
          <p:cNvPr id="7" name="object 7">
            <a:extLst xmlns:a="http://schemas.openxmlformats.org/drawingml/2006/main">
              <a:ext uri="{FF2B5EF4-FFF2-40B4-BE49-F238E27FC236}">
                <a16:creationId xmlns:a16="http://schemas.microsoft.com/office/drawing/2014/main" id="{E9FAD257-EFD4-4C5E-B947-98838B840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0013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object 8">
            <a:extLst xmlns:a="http://schemas.openxmlformats.org/drawingml/2006/main">
              <a:ext uri="{FF2B5EF4-FFF2-40B4-BE49-F238E27FC236}">
                <a16:creationId xmlns:a16="http://schemas.microsoft.com/office/drawing/2014/main" id="{64819338-77A7-4971-BC74-05272A464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0013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object 10">
            <a:extLst xmlns:a="http://schemas.openxmlformats.org/drawingml/2006/main">
              <a:ext uri="{FF2B5EF4-FFF2-40B4-BE49-F238E27FC236}">
                <a16:creationId xmlns:a16="http://schemas.microsoft.com/office/drawing/2014/main" id="{32329B20-8D37-4DC1-8B24-E26D2970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0942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object 11">
            <a:extLst xmlns:a="http://schemas.openxmlformats.org/drawingml/2006/main">
              <a:ext uri="{FF2B5EF4-FFF2-40B4-BE49-F238E27FC236}">
                <a16:creationId xmlns:a16="http://schemas.microsoft.com/office/drawing/2014/main" id="{8AD33E50-5203-4B83-9D5E-54975D3B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0942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object 13">
            <a:extLst xmlns:a="http://schemas.openxmlformats.org/drawingml/2006/main">
              <a:ext uri="{FF2B5EF4-FFF2-40B4-BE49-F238E27FC236}">
                <a16:creationId xmlns:a16="http://schemas.microsoft.com/office/drawing/2014/main" id="{3123C3AF-F499-43C1-A65A-9C168F952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1872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object 14">
            <a:extLst xmlns:a="http://schemas.openxmlformats.org/drawingml/2006/main">
              <a:ext uri="{FF2B5EF4-FFF2-40B4-BE49-F238E27FC236}">
                <a16:creationId xmlns:a16="http://schemas.microsoft.com/office/drawing/2014/main" id="{7C098A45-4296-441D-A381-E92E6A4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1872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object 16">
            <a:extLst xmlns:a="http://schemas.openxmlformats.org/drawingml/2006/main">
              <a:ext uri="{FF2B5EF4-FFF2-40B4-BE49-F238E27FC236}">
                <a16:creationId xmlns:a16="http://schemas.microsoft.com/office/drawing/2014/main" id="{B8A95ED9-3FE4-42DE-BC9C-AFE735A3B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028017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object 17">
            <a:extLst xmlns:a="http://schemas.openxmlformats.org/drawingml/2006/main">
              <a:ext uri="{FF2B5EF4-FFF2-40B4-BE49-F238E27FC236}">
                <a16:creationId xmlns:a16="http://schemas.microsoft.com/office/drawing/2014/main" id="{F20C84DE-2949-4A8B-94BF-D3384CDE7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028017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object 19">
            <a:extLst xmlns:a="http://schemas.openxmlformats.org/drawingml/2006/main">
              <a:ext uri="{FF2B5EF4-FFF2-40B4-BE49-F238E27FC236}">
                <a16:creationId xmlns:a16="http://schemas.microsoft.com/office/drawing/2014/main" id="{DF49AAFA-E81F-4F91-8A0B-26DF3C30A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13731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object 20">
            <a:extLst xmlns:a="http://schemas.openxmlformats.org/drawingml/2006/main">
              <a:ext uri="{FF2B5EF4-FFF2-40B4-BE49-F238E27FC236}">
                <a16:creationId xmlns:a16="http://schemas.microsoft.com/office/drawing/2014/main" id="{C76A4900-784C-4F85-B1F1-2254C6265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13731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object 22">
            <a:extLst xmlns:a="http://schemas.openxmlformats.org/drawingml/2006/main">
              <a:ext uri="{FF2B5EF4-FFF2-40B4-BE49-F238E27FC236}">
                <a16:creationId xmlns:a16="http://schemas.microsoft.com/office/drawing/2014/main" id="{78C78D0B-12FE-47B2-9C88-82CB0C89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24660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" name="object 23">
            <a:extLst xmlns:a="http://schemas.openxmlformats.org/drawingml/2006/main">
              <a:ext uri="{FF2B5EF4-FFF2-40B4-BE49-F238E27FC236}">
                <a16:creationId xmlns:a16="http://schemas.microsoft.com/office/drawing/2014/main" id="{B71A9441-0F55-4AAF-BA51-DB7126F9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24660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" name="object 25">
            <a:extLst xmlns:a="http://schemas.openxmlformats.org/drawingml/2006/main">
              <a:ext uri="{FF2B5EF4-FFF2-40B4-BE49-F238E27FC236}">
                <a16:creationId xmlns:a16="http://schemas.microsoft.com/office/drawing/2014/main" id="{FA6D8949-03A2-4FF4-8B3F-9D96F247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35590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object 26">
            <a:extLst xmlns:a="http://schemas.openxmlformats.org/drawingml/2006/main">
              <a:ext uri="{FF2B5EF4-FFF2-40B4-BE49-F238E27FC236}">
                <a16:creationId xmlns:a16="http://schemas.microsoft.com/office/drawing/2014/main" id="{490D8566-BFF3-4644-A596-EE732B2C8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35590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object 28">
            <a:extLst xmlns:a="http://schemas.openxmlformats.org/drawingml/2006/main">
              <a:ext uri="{FF2B5EF4-FFF2-40B4-BE49-F238E27FC236}">
                <a16:creationId xmlns:a16="http://schemas.microsoft.com/office/drawing/2014/main" id="{D19D4713-7853-4569-AF11-32E1A40C0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46519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object 29">
            <a:extLst xmlns:a="http://schemas.openxmlformats.org/drawingml/2006/main">
              <a:ext uri="{FF2B5EF4-FFF2-40B4-BE49-F238E27FC236}">
                <a16:creationId xmlns:a16="http://schemas.microsoft.com/office/drawing/2014/main" id="{4083D611-CD45-4E5A-ACC9-2B479CD86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46519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object 31">
            <a:extLst xmlns:a="http://schemas.openxmlformats.org/drawingml/2006/main">
              <a:ext uri="{FF2B5EF4-FFF2-40B4-BE49-F238E27FC236}">
                <a16:creationId xmlns:a16="http://schemas.microsoft.com/office/drawing/2014/main" id="{3AF3922F-7B29-4E78-92C8-53422F849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574489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object 32">
            <a:extLst xmlns:a="http://schemas.openxmlformats.org/drawingml/2006/main">
              <a:ext uri="{FF2B5EF4-FFF2-40B4-BE49-F238E27FC236}">
                <a16:creationId xmlns:a16="http://schemas.microsoft.com/office/drawing/2014/main" id="{9145AA23-7B69-4B71-9A7B-42DDC805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574489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object 34">
            <a:extLst xmlns:a="http://schemas.openxmlformats.org/drawingml/2006/main">
              <a:ext uri="{FF2B5EF4-FFF2-40B4-BE49-F238E27FC236}">
                <a16:creationId xmlns:a16="http://schemas.microsoft.com/office/drawing/2014/main" id="{BA9857AF-5CC4-4D23-BD15-36A4F1DD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68378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" name="object 35">
            <a:extLst xmlns:a="http://schemas.openxmlformats.org/drawingml/2006/main">
              <a:ext uri="{FF2B5EF4-FFF2-40B4-BE49-F238E27FC236}">
                <a16:creationId xmlns:a16="http://schemas.microsoft.com/office/drawing/2014/main" id="{6FE028D3-207C-47E8-BD88-C5CA3C98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68378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" name="object 37">
            <a:extLst xmlns:a="http://schemas.openxmlformats.org/drawingml/2006/main">
              <a:ext uri="{FF2B5EF4-FFF2-40B4-BE49-F238E27FC236}">
                <a16:creationId xmlns:a16="http://schemas.microsoft.com/office/drawing/2014/main" id="{9F7DCB14-FCD7-4E27-9191-619612C4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79307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" name="object 38">
            <a:extLst xmlns:a="http://schemas.openxmlformats.org/drawingml/2006/main">
              <a:ext uri="{FF2B5EF4-FFF2-40B4-BE49-F238E27FC236}">
                <a16:creationId xmlns:a16="http://schemas.microsoft.com/office/drawing/2014/main" id="{1FE6C9A6-3A40-4577-9E85-904CFF674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79307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object 40">
            <a:extLst xmlns:a="http://schemas.openxmlformats.org/drawingml/2006/main">
              <a:ext uri="{FF2B5EF4-FFF2-40B4-BE49-F238E27FC236}">
                <a16:creationId xmlns:a16="http://schemas.microsoft.com/office/drawing/2014/main" id="{7F5AF3AA-83EB-4CDA-A64A-1894A5AE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90237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object 41">
            <a:extLst xmlns:a="http://schemas.openxmlformats.org/drawingml/2006/main">
              <a:ext uri="{FF2B5EF4-FFF2-40B4-BE49-F238E27FC236}">
                <a16:creationId xmlns:a16="http://schemas.microsoft.com/office/drawing/2014/main" id="{934CECD9-90BB-4887-BB38-BFD3D3BF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290237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object 43">
            <a:extLst xmlns:a="http://schemas.openxmlformats.org/drawingml/2006/main">
              <a:ext uri="{FF2B5EF4-FFF2-40B4-BE49-F238E27FC236}">
                <a16:creationId xmlns:a16="http://schemas.microsoft.com/office/drawing/2014/main" id="{5943DCFC-2469-4CAC-84C0-5E54ADCF5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01166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" name="object 44">
            <a:extLst xmlns:a="http://schemas.openxmlformats.org/drawingml/2006/main">
              <a:ext uri="{FF2B5EF4-FFF2-40B4-BE49-F238E27FC236}">
                <a16:creationId xmlns:a16="http://schemas.microsoft.com/office/drawing/2014/main" id="{CA6BE067-6350-4D41-966F-2933D15EC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01166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object 46">
            <a:extLst xmlns:a="http://schemas.openxmlformats.org/drawingml/2006/main">
              <a:ext uri="{FF2B5EF4-FFF2-40B4-BE49-F238E27FC236}">
                <a16:creationId xmlns:a16="http://schemas.microsoft.com/office/drawing/2014/main" id="{7524D111-6F23-4C78-9ED3-582DD75B1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12096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" name="object 47">
            <a:extLst xmlns:a="http://schemas.openxmlformats.org/drawingml/2006/main">
              <a:ext uri="{FF2B5EF4-FFF2-40B4-BE49-F238E27FC236}">
                <a16:creationId xmlns:a16="http://schemas.microsoft.com/office/drawing/2014/main" id="{A5A8B0E1-07F5-4691-B245-A387A725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12096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" name="object 49">
            <a:extLst xmlns:a="http://schemas.openxmlformats.org/drawingml/2006/main">
              <a:ext uri="{FF2B5EF4-FFF2-40B4-BE49-F238E27FC236}">
                <a16:creationId xmlns:a16="http://schemas.microsoft.com/office/drawing/2014/main" id="{2C03150C-80E9-4329-82D2-8CCDF089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23025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" name="object 50">
            <a:extLst xmlns:a="http://schemas.openxmlformats.org/drawingml/2006/main">
              <a:ext uri="{FF2B5EF4-FFF2-40B4-BE49-F238E27FC236}">
                <a16:creationId xmlns:a16="http://schemas.microsoft.com/office/drawing/2014/main" id="{88AB92FD-B80D-4FBF-ABBC-54D228E9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23025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" name="object 52">
            <a:extLst xmlns:a="http://schemas.openxmlformats.org/drawingml/2006/main">
              <a:ext uri="{FF2B5EF4-FFF2-40B4-BE49-F238E27FC236}">
                <a16:creationId xmlns:a16="http://schemas.microsoft.com/office/drawing/2014/main" id="{F4B82B3E-A484-4DB1-95FA-96202700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33955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" name="object 53">
            <a:extLst xmlns:a="http://schemas.openxmlformats.org/drawingml/2006/main">
              <a:ext uri="{FF2B5EF4-FFF2-40B4-BE49-F238E27FC236}">
                <a16:creationId xmlns:a16="http://schemas.microsoft.com/office/drawing/2014/main" id="{6D90F724-B5AE-4284-A145-7A06932B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33955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" name="object 55">
            <a:extLst xmlns:a="http://schemas.openxmlformats.org/drawingml/2006/main">
              <a:ext uri="{FF2B5EF4-FFF2-40B4-BE49-F238E27FC236}">
                <a16:creationId xmlns:a16="http://schemas.microsoft.com/office/drawing/2014/main" id="{E9769986-69E7-4BC4-9038-31E8BEBA0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44884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6" name="object 56">
            <a:extLst xmlns:a="http://schemas.openxmlformats.org/drawingml/2006/main">
              <a:ext uri="{FF2B5EF4-FFF2-40B4-BE49-F238E27FC236}">
                <a16:creationId xmlns:a16="http://schemas.microsoft.com/office/drawing/2014/main" id="{ECE3B96E-C1AC-4A97-ADC4-9955E3D83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44884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8" name="object 58">
            <a:extLst xmlns:a="http://schemas.openxmlformats.org/drawingml/2006/main">
              <a:ext uri="{FF2B5EF4-FFF2-40B4-BE49-F238E27FC236}">
                <a16:creationId xmlns:a16="http://schemas.microsoft.com/office/drawing/2014/main" id="{50786367-7C5D-4198-9698-D685924AF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55813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9" name="object 59">
            <a:extLst xmlns:a="http://schemas.openxmlformats.org/drawingml/2006/main">
              <a:ext uri="{FF2B5EF4-FFF2-40B4-BE49-F238E27FC236}">
                <a16:creationId xmlns:a16="http://schemas.microsoft.com/office/drawing/2014/main" id="{B16BAEC8-0D5E-4683-8773-7BA30B83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55813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" name="object 61">
            <a:extLst xmlns:a="http://schemas.openxmlformats.org/drawingml/2006/main">
              <a:ext uri="{FF2B5EF4-FFF2-40B4-BE49-F238E27FC236}">
                <a16:creationId xmlns:a16="http://schemas.microsoft.com/office/drawing/2014/main" id="{27768B78-7CD4-405C-9D33-FD3E3F846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66743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2" name="object 62">
            <a:extLst xmlns:a="http://schemas.openxmlformats.org/drawingml/2006/main">
              <a:ext uri="{FF2B5EF4-FFF2-40B4-BE49-F238E27FC236}">
                <a16:creationId xmlns:a16="http://schemas.microsoft.com/office/drawing/2014/main" id="{7F2DEF70-8C02-4C4B-B6F7-B3EC8A518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66743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4" name="object 64">
            <a:extLst xmlns:a="http://schemas.openxmlformats.org/drawingml/2006/main">
              <a:ext uri="{FF2B5EF4-FFF2-40B4-BE49-F238E27FC236}">
                <a16:creationId xmlns:a16="http://schemas.microsoft.com/office/drawing/2014/main" id="{448D41CF-EFCA-47F9-BEAE-9765A051D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77672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5" name="object 65">
            <a:extLst xmlns:a="http://schemas.openxmlformats.org/drawingml/2006/main">
              <a:ext uri="{FF2B5EF4-FFF2-40B4-BE49-F238E27FC236}">
                <a16:creationId xmlns:a16="http://schemas.microsoft.com/office/drawing/2014/main" id="{990BDF21-8C98-4240-8DD5-685F98ACC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77672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7" name="object 67">
            <a:extLst xmlns:a="http://schemas.openxmlformats.org/drawingml/2006/main">
              <a:ext uri="{FF2B5EF4-FFF2-40B4-BE49-F238E27FC236}">
                <a16:creationId xmlns:a16="http://schemas.microsoft.com/office/drawing/2014/main" id="{AD723AF6-9E24-4088-9DFA-C1A6D2ED9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88602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8" name="object 68">
            <a:extLst xmlns:a="http://schemas.openxmlformats.org/drawingml/2006/main">
              <a:ext uri="{FF2B5EF4-FFF2-40B4-BE49-F238E27FC236}">
                <a16:creationId xmlns:a16="http://schemas.microsoft.com/office/drawing/2014/main" id="{FF074B40-1778-4401-ABE8-2EA283E42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88602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0" name="object 70">
            <a:extLst xmlns:a="http://schemas.openxmlformats.org/drawingml/2006/main">
              <a:ext uri="{FF2B5EF4-FFF2-40B4-BE49-F238E27FC236}">
                <a16:creationId xmlns:a16="http://schemas.microsoft.com/office/drawing/2014/main" id="{DAA9A8CC-5430-45BD-B658-703F321B5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99531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1" name="object 71">
            <a:extLst xmlns:a="http://schemas.openxmlformats.org/drawingml/2006/main">
              <a:ext uri="{FF2B5EF4-FFF2-40B4-BE49-F238E27FC236}">
                <a16:creationId xmlns:a16="http://schemas.microsoft.com/office/drawing/2014/main" id="{ABF6CD02-2CB8-4128-8DD5-48A620BC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399531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3" name="object 73">
            <a:extLst xmlns:a="http://schemas.openxmlformats.org/drawingml/2006/main">
              <a:ext uri="{FF2B5EF4-FFF2-40B4-BE49-F238E27FC236}">
                <a16:creationId xmlns:a16="http://schemas.microsoft.com/office/drawing/2014/main" id="{EE5E3947-6D88-4D6B-AB0C-8C5F1650A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10461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4" name="object 74">
            <a:extLst xmlns:a="http://schemas.openxmlformats.org/drawingml/2006/main">
              <a:ext uri="{FF2B5EF4-FFF2-40B4-BE49-F238E27FC236}">
                <a16:creationId xmlns:a16="http://schemas.microsoft.com/office/drawing/2014/main" id="{D6CA4C8F-614F-4B02-8B7A-63A6FA58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10461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6" name="object 76">
            <a:extLst xmlns:a="http://schemas.openxmlformats.org/drawingml/2006/main">
              <a:ext uri="{FF2B5EF4-FFF2-40B4-BE49-F238E27FC236}">
                <a16:creationId xmlns:a16="http://schemas.microsoft.com/office/drawing/2014/main" id="{39298930-1863-4D23-B1C6-65DE2D5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21390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7" name="object 77">
            <a:extLst xmlns:a="http://schemas.openxmlformats.org/drawingml/2006/main">
              <a:ext uri="{FF2B5EF4-FFF2-40B4-BE49-F238E27FC236}">
                <a16:creationId xmlns:a16="http://schemas.microsoft.com/office/drawing/2014/main" id="{2F202AD5-6616-4730-9C5B-60CFA0F45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21390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9" name="object 79">
            <a:extLst xmlns:a="http://schemas.openxmlformats.org/drawingml/2006/main">
              <a:ext uri="{FF2B5EF4-FFF2-40B4-BE49-F238E27FC236}">
                <a16:creationId xmlns:a16="http://schemas.microsoft.com/office/drawing/2014/main" id="{C67B6857-5118-4766-8898-45BAC21B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32319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0" name="object 80">
            <a:extLst xmlns:a="http://schemas.openxmlformats.org/drawingml/2006/main">
              <a:ext uri="{FF2B5EF4-FFF2-40B4-BE49-F238E27FC236}">
                <a16:creationId xmlns:a16="http://schemas.microsoft.com/office/drawing/2014/main" id="{3504BA34-5E58-4438-877B-35548147B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32319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2" name="object 82">
            <a:extLst xmlns:a="http://schemas.openxmlformats.org/drawingml/2006/main">
              <a:ext uri="{FF2B5EF4-FFF2-40B4-BE49-F238E27FC236}">
                <a16:creationId xmlns:a16="http://schemas.microsoft.com/office/drawing/2014/main" id="{60270A98-9F42-4999-ACB3-1230C80D5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43249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3" name="object 83">
            <a:extLst xmlns:a="http://schemas.openxmlformats.org/drawingml/2006/main">
              <a:ext uri="{FF2B5EF4-FFF2-40B4-BE49-F238E27FC236}">
                <a16:creationId xmlns:a16="http://schemas.microsoft.com/office/drawing/2014/main" id="{AC4F9CFB-C047-4A51-9BAA-411A2761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43249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5" name="object 85">
            <a:extLst xmlns:a="http://schemas.openxmlformats.org/drawingml/2006/main">
              <a:ext uri="{FF2B5EF4-FFF2-40B4-BE49-F238E27FC236}">
                <a16:creationId xmlns:a16="http://schemas.microsoft.com/office/drawing/2014/main" id="{A8C1E62C-1839-40A2-A094-98F9B99F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54178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6" name="object 86">
            <a:extLst xmlns:a="http://schemas.openxmlformats.org/drawingml/2006/main">
              <a:ext uri="{FF2B5EF4-FFF2-40B4-BE49-F238E27FC236}">
                <a16:creationId xmlns:a16="http://schemas.microsoft.com/office/drawing/2014/main" id="{F889C492-0ADE-4D1D-9CEB-F1B0969C8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54178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8" name="object 88">
            <a:extLst xmlns:a="http://schemas.openxmlformats.org/drawingml/2006/main">
              <a:ext uri="{FF2B5EF4-FFF2-40B4-BE49-F238E27FC236}">
                <a16:creationId xmlns:a16="http://schemas.microsoft.com/office/drawing/2014/main" id="{10E06B46-5739-46F7-A221-64EDAA4C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65108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9" name="object 89">
            <a:extLst xmlns:a="http://schemas.openxmlformats.org/drawingml/2006/main">
              <a:ext uri="{FF2B5EF4-FFF2-40B4-BE49-F238E27FC236}">
                <a16:creationId xmlns:a16="http://schemas.microsoft.com/office/drawing/2014/main" id="{5DB59048-7163-4813-BD93-45FA50835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65108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1" name="object 91">
            <a:extLst xmlns:a="http://schemas.openxmlformats.org/drawingml/2006/main">
              <a:ext uri="{FF2B5EF4-FFF2-40B4-BE49-F238E27FC236}">
                <a16:creationId xmlns:a16="http://schemas.microsoft.com/office/drawing/2014/main" id="{831D4437-9AEC-445C-9AC6-CA85AB22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76037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2" name="object 92">
            <a:extLst xmlns:a="http://schemas.openxmlformats.org/drawingml/2006/main">
              <a:ext uri="{FF2B5EF4-FFF2-40B4-BE49-F238E27FC236}">
                <a16:creationId xmlns:a16="http://schemas.microsoft.com/office/drawing/2014/main" id="{3F207512-6908-4E9A-86AC-C8E5CB95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76037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4" name="object 94">
            <a:extLst xmlns:a="http://schemas.openxmlformats.org/drawingml/2006/main">
              <a:ext uri="{FF2B5EF4-FFF2-40B4-BE49-F238E27FC236}">
                <a16:creationId xmlns:a16="http://schemas.microsoft.com/office/drawing/2014/main" id="{50CDFAD1-E46D-4268-BAEE-C4A706C9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8696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5" name="object 95">
            <a:extLst xmlns:a="http://schemas.openxmlformats.org/drawingml/2006/main">
              <a:ext uri="{FF2B5EF4-FFF2-40B4-BE49-F238E27FC236}">
                <a16:creationId xmlns:a16="http://schemas.microsoft.com/office/drawing/2014/main" id="{C8224068-5082-4351-B11F-4B21E541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8696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7" name="object 97">
            <a:extLst xmlns:a="http://schemas.openxmlformats.org/drawingml/2006/main">
              <a:ext uri="{FF2B5EF4-FFF2-40B4-BE49-F238E27FC236}">
                <a16:creationId xmlns:a16="http://schemas.microsoft.com/office/drawing/2014/main" id="{C8808925-E01C-45CC-B0A8-F3ED8C9AF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97896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8" name="object 98">
            <a:extLst xmlns:a="http://schemas.openxmlformats.org/drawingml/2006/main">
              <a:ext uri="{FF2B5EF4-FFF2-40B4-BE49-F238E27FC236}">
                <a16:creationId xmlns:a16="http://schemas.microsoft.com/office/drawing/2014/main" id="{718214EA-EFC8-457A-8BBE-88841473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497896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0" name="object 100">
            <a:extLst xmlns:a="http://schemas.openxmlformats.org/drawingml/2006/main">
              <a:ext uri="{FF2B5EF4-FFF2-40B4-BE49-F238E27FC236}">
                <a16:creationId xmlns:a16="http://schemas.microsoft.com/office/drawing/2014/main" id="{2AF929D1-5729-47A7-B296-59D7A1844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08826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1" name="object 101">
            <a:extLst xmlns:a="http://schemas.openxmlformats.org/drawingml/2006/main">
              <a:ext uri="{FF2B5EF4-FFF2-40B4-BE49-F238E27FC236}">
                <a16:creationId xmlns:a16="http://schemas.microsoft.com/office/drawing/2014/main" id="{100AAD5B-0E3F-4696-988D-D22A6636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08826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3" name="object 103">
            <a:extLst xmlns:a="http://schemas.openxmlformats.org/drawingml/2006/main">
              <a:ext uri="{FF2B5EF4-FFF2-40B4-BE49-F238E27FC236}">
                <a16:creationId xmlns:a16="http://schemas.microsoft.com/office/drawing/2014/main" id="{3A4BF989-BDBA-462F-9889-B1EB4D47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19755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4" name="object 104">
            <a:extLst xmlns:a="http://schemas.openxmlformats.org/drawingml/2006/main">
              <a:ext uri="{FF2B5EF4-FFF2-40B4-BE49-F238E27FC236}">
                <a16:creationId xmlns:a16="http://schemas.microsoft.com/office/drawing/2014/main" id="{CBE75FF5-3036-44EF-A274-27186BA82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19755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6" name="object 106">
            <a:extLst xmlns:a="http://schemas.openxmlformats.org/drawingml/2006/main">
              <a:ext uri="{FF2B5EF4-FFF2-40B4-BE49-F238E27FC236}">
                <a16:creationId xmlns:a16="http://schemas.microsoft.com/office/drawing/2014/main" id="{6075E8E2-C69F-4126-8023-D030B27F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30684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7" name="object 107">
            <a:extLst xmlns:a="http://schemas.openxmlformats.org/drawingml/2006/main">
              <a:ext uri="{FF2B5EF4-FFF2-40B4-BE49-F238E27FC236}">
                <a16:creationId xmlns:a16="http://schemas.microsoft.com/office/drawing/2014/main" id="{36030CB2-F6B9-49B0-BBC9-6972DD6E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30684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9" name="object 109">
            <a:extLst xmlns:a="http://schemas.openxmlformats.org/drawingml/2006/main">
              <a:ext uri="{FF2B5EF4-FFF2-40B4-BE49-F238E27FC236}">
                <a16:creationId xmlns:a16="http://schemas.microsoft.com/office/drawing/2014/main" id="{4631230F-DA54-44A6-AE93-443029521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41614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0" name="object 110">
            <a:extLst xmlns:a="http://schemas.openxmlformats.org/drawingml/2006/main">
              <a:ext uri="{FF2B5EF4-FFF2-40B4-BE49-F238E27FC236}">
                <a16:creationId xmlns:a16="http://schemas.microsoft.com/office/drawing/2014/main" id="{F27A563E-0853-4E3C-87D3-F64195E6A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41614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2" name="object 112">
            <a:extLst xmlns:a="http://schemas.openxmlformats.org/drawingml/2006/main">
              <a:ext uri="{FF2B5EF4-FFF2-40B4-BE49-F238E27FC236}">
                <a16:creationId xmlns:a16="http://schemas.microsoft.com/office/drawing/2014/main" id="{706B6758-F130-4FB2-9367-272FB88F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52543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3" name="object 113">
            <a:extLst xmlns:a="http://schemas.openxmlformats.org/drawingml/2006/main">
              <a:ext uri="{FF2B5EF4-FFF2-40B4-BE49-F238E27FC236}">
                <a16:creationId xmlns:a16="http://schemas.microsoft.com/office/drawing/2014/main" id="{5B949274-CDFC-45E1-A237-33356A4E7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52543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5" name="object 115">
            <a:extLst xmlns:a="http://schemas.openxmlformats.org/drawingml/2006/main">
              <a:ext uri="{FF2B5EF4-FFF2-40B4-BE49-F238E27FC236}">
                <a16:creationId xmlns:a16="http://schemas.microsoft.com/office/drawing/2014/main" id="{A959679D-2ECD-4BE9-9404-640C7811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63473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6" name="object 116">
            <a:extLst xmlns:a="http://schemas.openxmlformats.org/drawingml/2006/main">
              <a:ext uri="{FF2B5EF4-FFF2-40B4-BE49-F238E27FC236}">
                <a16:creationId xmlns:a16="http://schemas.microsoft.com/office/drawing/2014/main" id="{79976E2A-5D34-405D-8452-9922D697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63473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8" name="object 118">
            <a:extLst xmlns:a="http://schemas.openxmlformats.org/drawingml/2006/main">
              <a:ext uri="{FF2B5EF4-FFF2-40B4-BE49-F238E27FC236}">
                <a16:creationId xmlns:a16="http://schemas.microsoft.com/office/drawing/2014/main" id="{A4D6FA67-C733-4FA9-95A2-939D2D07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74402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9" name="object 119">
            <a:extLst xmlns:a="http://schemas.openxmlformats.org/drawingml/2006/main">
              <a:ext uri="{FF2B5EF4-FFF2-40B4-BE49-F238E27FC236}">
                <a16:creationId xmlns:a16="http://schemas.microsoft.com/office/drawing/2014/main" id="{EEDC88AA-218B-4C25-8CBA-F297DAD8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74402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1" name="object 121">
            <a:extLst xmlns:a="http://schemas.openxmlformats.org/drawingml/2006/main">
              <a:ext uri="{FF2B5EF4-FFF2-40B4-BE49-F238E27FC236}">
                <a16:creationId xmlns:a16="http://schemas.microsoft.com/office/drawing/2014/main" id="{D6F25129-23D3-4F5C-8276-0BE51AA14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85332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2" name="object 122">
            <a:extLst xmlns:a="http://schemas.openxmlformats.org/drawingml/2006/main">
              <a:ext uri="{FF2B5EF4-FFF2-40B4-BE49-F238E27FC236}">
                <a16:creationId xmlns:a16="http://schemas.microsoft.com/office/drawing/2014/main" id="{4B0DAC69-732A-46ED-B9A2-5BE39B72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85332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4" name="object 124">
            <a:extLst xmlns:a="http://schemas.openxmlformats.org/drawingml/2006/main">
              <a:ext uri="{FF2B5EF4-FFF2-40B4-BE49-F238E27FC236}">
                <a16:creationId xmlns:a16="http://schemas.microsoft.com/office/drawing/2014/main" id="{59F09E5D-4744-4084-AC5E-7307C6F4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96261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5" name="object 125">
            <a:extLst xmlns:a="http://schemas.openxmlformats.org/drawingml/2006/main">
              <a:ext uri="{FF2B5EF4-FFF2-40B4-BE49-F238E27FC236}">
                <a16:creationId xmlns:a16="http://schemas.microsoft.com/office/drawing/2014/main" id="{AB507ED4-DD87-4F65-A404-20F1ABDD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596261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7" name="object 127">
            <a:extLst xmlns:a="http://schemas.openxmlformats.org/drawingml/2006/main">
              <a:ext uri="{FF2B5EF4-FFF2-40B4-BE49-F238E27FC236}">
                <a16:creationId xmlns:a16="http://schemas.microsoft.com/office/drawing/2014/main" id="{51C47C84-E621-4E8D-B64A-929025CF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07191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8" name="object 128">
            <a:extLst xmlns:a="http://schemas.openxmlformats.org/drawingml/2006/main">
              <a:ext uri="{FF2B5EF4-FFF2-40B4-BE49-F238E27FC236}">
                <a16:creationId xmlns:a16="http://schemas.microsoft.com/office/drawing/2014/main" id="{CF75DF68-C323-4E7C-9D65-9229DDF9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07191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0" name="object 130">
            <a:extLst xmlns:a="http://schemas.openxmlformats.org/drawingml/2006/main">
              <a:ext uri="{FF2B5EF4-FFF2-40B4-BE49-F238E27FC236}">
                <a16:creationId xmlns:a16="http://schemas.microsoft.com/office/drawing/2014/main" id="{7DDB0916-4E1D-4B0D-B2F1-8331455F4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18120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1" name="object 131">
            <a:extLst xmlns:a="http://schemas.openxmlformats.org/drawingml/2006/main">
              <a:ext uri="{FF2B5EF4-FFF2-40B4-BE49-F238E27FC236}">
                <a16:creationId xmlns:a16="http://schemas.microsoft.com/office/drawing/2014/main" id="{D7260600-E392-4558-93E8-4F81610D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18120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3" name="object 133">
            <a:extLst xmlns:a="http://schemas.openxmlformats.org/drawingml/2006/main">
              <a:ext uri="{FF2B5EF4-FFF2-40B4-BE49-F238E27FC236}">
                <a16:creationId xmlns:a16="http://schemas.microsoft.com/office/drawing/2014/main" id="{56442BCA-0F37-4368-AC9B-94D3EF912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29049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4" name="object 134">
            <a:extLst xmlns:a="http://schemas.openxmlformats.org/drawingml/2006/main">
              <a:ext uri="{FF2B5EF4-FFF2-40B4-BE49-F238E27FC236}">
                <a16:creationId xmlns:a16="http://schemas.microsoft.com/office/drawing/2014/main" id="{C511037E-FDF8-446F-AF11-B20B69AD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29049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6" name="object 136">
            <a:extLst xmlns:a="http://schemas.openxmlformats.org/drawingml/2006/main">
              <a:ext uri="{FF2B5EF4-FFF2-40B4-BE49-F238E27FC236}">
                <a16:creationId xmlns:a16="http://schemas.microsoft.com/office/drawing/2014/main" id="{CF41EB2D-5D6A-4B09-8A8D-2E517BFD3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39979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7" name="object 137">
            <a:extLst xmlns:a="http://schemas.openxmlformats.org/drawingml/2006/main">
              <a:ext uri="{FF2B5EF4-FFF2-40B4-BE49-F238E27FC236}">
                <a16:creationId xmlns:a16="http://schemas.microsoft.com/office/drawing/2014/main" id="{BFE0F571-F33B-45D7-91B6-0E6399EA6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39979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9" name="object 139">
            <a:extLst xmlns:a="http://schemas.openxmlformats.org/drawingml/2006/main">
              <a:ext uri="{FF2B5EF4-FFF2-40B4-BE49-F238E27FC236}">
                <a16:creationId xmlns:a16="http://schemas.microsoft.com/office/drawing/2014/main" id="{C56F4F40-E553-4E54-A0C1-DB52F830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50908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0" name="object 140">
            <a:extLst xmlns:a="http://schemas.openxmlformats.org/drawingml/2006/main">
              <a:ext uri="{FF2B5EF4-FFF2-40B4-BE49-F238E27FC236}">
                <a16:creationId xmlns:a16="http://schemas.microsoft.com/office/drawing/2014/main" id="{BEB2B912-6CA6-49E9-A8DB-DB1C197A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50908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2" name="object 142">
            <a:extLst xmlns:a="http://schemas.openxmlformats.org/drawingml/2006/main">
              <a:ext uri="{FF2B5EF4-FFF2-40B4-BE49-F238E27FC236}">
                <a16:creationId xmlns:a16="http://schemas.microsoft.com/office/drawing/2014/main" id="{154D2367-C6FC-4EF6-A81D-9F188723C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6183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3" name="object 143">
            <a:extLst xmlns:a="http://schemas.openxmlformats.org/drawingml/2006/main">
              <a:ext uri="{FF2B5EF4-FFF2-40B4-BE49-F238E27FC236}">
                <a16:creationId xmlns:a16="http://schemas.microsoft.com/office/drawing/2014/main" id="{4E72FFA3-09AC-4857-817C-BEFE9E53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6183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5" name="object 145">
            <a:extLst xmlns:a="http://schemas.openxmlformats.org/drawingml/2006/main">
              <a:ext uri="{FF2B5EF4-FFF2-40B4-BE49-F238E27FC236}">
                <a16:creationId xmlns:a16="http://schemas.microsoft.com/office/drawing/2014/main" id="{B5A6FB6C-90E4-4A3C-B8D0-5FD0F927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72767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6" name="object 146">
            <a:extLst xmlns:a="http://schemas.openxmlformats.org/drawingml/2006/main">
              <a:ext uri="{FF2B5EF4-FFF2-40B4-BE49-F238E27FC236}">
                <a16:creationId xmlns:a16="http://schemas.microsoft.com/office/drawing/2014/main" id="{CB77E515-6574-490B-9BC9-321AE9504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72767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8" name="object 148">
            <a:extLst xmlns:a="http://schemas.openxmlformats.org/drawingml/2006/main">
              <a:ext uri="{FF2B5EF4-FFF2-40B4-BE49-F238E27FC236}">
                <a16:creationId xmlns:a16="http://schemas.microsoft.com/office/drawing/2014/main" id="{F6C56DE0-A162-49F5-818F-A466FA77D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8369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9" name="object 149">
            <a:extLst xmlns:a="http://schemas.openxmlformats.org/drawingml/2006/main">
              <a:ext uri="{FF2B5EF4-FFF2-40B4-BE49-F238E27FC236}">
                <a16:creationId xmlns:a16="http://schemas.microsoft.com/office/drawing/2014/main" id="{C7A02491-2C15-4892-ACC5-2E1455C29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8369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1" name="object 151">
            <a:extLst xmlns:a="http://schemas.openxmlformats.org/drawingml/2006/main">
              <a:ext uri="{FF2B5EF4-FFF2-40B4-BE49-F238E27FC236}">
                <a16:creationId xmlns:a16="http://schemas.microsoft.com/office/drawing/2014/main" id="{065F2CA0-9375-4ECA-BA18-EAB7D34F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94626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2" name="object 152">
            <a:extLst xmlns:a="http://schemas.openxmlformats.org/drawingml/2006/main">
              <a:ext uri="{FF2B5EF4-FFF2-40B4-BE49-F238E27FC236}">
                <a16:creationId xmlns:a16="http://schemas.microsoft.com/office/drawing/2014/main" id="{7AB96157-EE74-4766-8D09-ECA49AFE8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694626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4" name="object 154">
            <a:extLst xmlns:a="http://schemas.openxmlformats.org/drawingml/2006/main">
              <a:ext uri="{FF2B5EF4-FFF2-40B4-BE49-F238E27FC236}">
                <a16:creationId xmlns:a16="http://schemas.microsoft.com/office/drawing/2014/main" id="{D8EC4136-CB7B-49F4-B74F-E7B1601A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05556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5" name="object 155">
            <a:extLst xmlns:a="http://schemas.openxmlformats.org/drawingml/2006/main">
              <a:ext uri="{FF2B5EF4-FFF2-40B4-BE49-F238E27FC236}">
                <a16:creationId xmlns:a16="http://schemas.microsoft.com/office/drawing/2014/main" id="{2D806F3F-1098-4AC3-B97C-FAAC6D453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05556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7" name="object 157">
            <a:extLst xmlns:a="http://schemas.openxmlformats.org/drawingml/2006/main">
              <a:ext uri="{FF2B5EF4-FFF2-40B4-BE49-F238E27FC236}">
                <a16:creationId xmlns:a16="http://schemas.microsoft.com/office/drawing/2014/main" id="{43FC1CDE-EF24-4645-ACFD-F623A5EF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1648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8" name="object 158">
            <a:extLst xmlns:a="http://schemas.openxmlformats.org/drawingml/2006/main">
              <a:ext uri="{FF2B5EF4-FFF2-40B4-BE49-F238E27FC236}">
                <a16:creationId xmlns:a16="http://schemas.microsoft.com/office/drawing/2014/main" id="{E6E7CA60-C05E-4A9E-B546-F7726321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1648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0" name="object 160">
            <a:extLst xmlns:a="http://schemas.openxmlformats.org/drawingml/2006/main">
              <a:ext uri="{FF2B5EF4-FFF2-40B4-BE49-F238E27FC236}">
                <a16:creationId xmlns:a16="http://schemas.microsoft.com/office/drawing/2014/main" id="{59BD3C99-6586-442E-A70C-4AC3193A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27414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1" name="object 161">
            <a:extLst xmlns:a="http://schemas.openxmlformats.org/drawingml/2006/main">
              <a:ext uri="{FF2B5EF4-FFF2-40B4-BE49-F238E27FC236}">
                <a16:creationId xmlns:a16="http://schemas.microsoft.com/office/drawing/2014/main" id="{9DD105A6-6DF5-499B-B53B-965CE8DBD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27414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3" name="object 163">
            <a:extLst xmlns:a="http://schemas.openxmlformats.org/drawingml/2006/main">
              <a:ext uri="{FF2B5EF4-FFF2-40B4-BE49-F238E27FC236}">
                <a16:creationId xmlns:a16="http://schemas.microsoft.com/office/drawing/2014/main" id="{31ACE98D-F844-45E4-AFEA-08701981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3834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4" name="object 164">
            <a:extLst xmlns:a="http://schemas.openxmlformats.org/drawingml/2006/main">
              <a:ext uri="{FF2B5EF4-FFF2-40B4-BE49-F238E27FC236}">
                <a16:creationId xmlns:a16="http://schemas.microsoft.com/office/drawing/2014/main" id="{0BBC4553-7ECA-482E-A312-6365E0017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3834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6" name="object 166">
            <a:extLst xmlns:a="http://schemas.openxmlformats.org/drawingml/2006/main">
              <a:ext uri="{FF2B5EF4-FFF2-40B4-BE49-F238E27FC236}">
                <a16:creationId xmlns:a16="http://schemas.microsoft.com/office/drawing/2014/main" id="{D1826398-FAD3-421E-B007-B4EA810B3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49273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7" name="object 167">
            <a:extLst xmlns:a="http://schemas.openxmlformats.org/drawingml/2006/main">
              <a:ext uri="{FF2B5EF4-FFF2-40B4-BE49-F238E27FC236}">
                <a16:creationId xmlns:a16="http://schemas.microsoft.com/office/drawing/2014/main" id="{D9A3C7B9-52AC-4159-B798-9C7798515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49273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9" name="object 169">
            <a:extLst xmlns:a="http://schemas.openxmlformats.org/drawingml/2006/main">
              <a:ext uri="{FF2B5EF4-FFF2-40B4-BE49-F238E27FC236}">
                <a16:creationId xmlns:a16="http://schemas.microsoft.com/office/drawing/2014/main" id="{C278E2BE-3954-410E-9497-53C66A63A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60203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0" name="object 170">
            <a:extLst xmlns:a="http://schemas.openxmlformats.org/drawingml/2006/main">
              <a:ext uri="{FF2B5EF4-FFF2-40B4-BE49-F238E27FC236}">
                <a16:creationId xmlns:a16="http://schemas.microsoft.com/office/drawing/2014/main" id="{67054D40-A8CD-459C-A9F8-7E1CAEBFD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60203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2" name="object 172">
            <a:extLst xmlns:a="http://schemas.openxmlformats.org/drawingml/2006/main">
              <a:ext uri="{FF2B5EF4-FFF2-40B4-BE49-F238E27FC236}">
                <a16:creationId xmlns:a16="http://schemas.microsoft.com/office/drawing/2014/main" id="{7F332014-F408-461A-A3CB-3278366FA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7113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3" name="object 173">
            <a:extLst xmlns:a="http://schemas.openxmlformats.org/drawingml/2006/main">
              <a:ext uri="{FF2B5EF4-FFF2-40B4-BE49-F238E27FC236}">
                <a16:creationId xmlns:a16="http://schemas.microsoft.com/office/drawing/2014/main" id="{2B7C015E-7211-4E9E-A9F1-2CF469F5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7113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5" name="object 175">
            <a:extLst xmlns:a="http://schemas.openxmlformats.org/drawingml/2006/main">
              <a:ext uri="{FF2B5EF4-FFF2-40B4-BE49-F238E27FC236}">
                <a16:creationId xmlns:a16="http://schemas.microsoft.com/office/drawing/2014/main" id="{9D3851FD-C394-42DC-860C-700255A74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82062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6" name="object 176">
            <a:extLst xmlns:a="http://schemas.openxmlformats.org/drawingml/2006/main">
              <a:ext uri="{FF2B5EF4-FFF2-40B4-BE49-F238E27FC236}">
                <a16:creationId xmlns:a16="http://schemas.microsoft.com/office/drawing/2014/main" id="{98173704-1E63-4C47-A6C7-6172708E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82062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8" name="object 178">
            <a:extLst xmlns:a="http://schemas.openxmlformats.org/drawingml/2006/main">
              <a:ext uri="{FF2B5EF4-FFF2-40B4-BE49-F238E27FC236}">
                <a16:creationId xmlns:a16="http://schemas.microsoft.com/office/drawing/2014/main" id="{CA1A7917-7BE5-457A-99B8-D0AEF5348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9299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9" name="object 179">
            <a:extLst xmlns:a="http://schemas.openxmlformats.org/drawingml/2006/main">
              <a:ext uri="{FF2B5EF4-FFF2-40B4-BE49-F238E27FC236}">
                <a16:creationId xmlns:a16="http://schemas.microsoft.com/office/drawing/2014/main" id="{F582DCF4-7012-4B25-98EB-5EE9E536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79299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1" name="object 181">
            <a:extLst xmlns:a="http://schemas.openxmlformats.org/drawingml/2006/main">
              <a:ext uri="{FF2B5EF4-FFF2-40B4-BE49-F238E27FC236}">
                <a16:creationId xmlns:a16="http://schemas.microsoft.com/office/drawing/2014/main" id="{B2A4358F-9A8C-4F50-948F-A66EDFED4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03921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2" name="object 182">
            <a:extLst xmlns:a="http://schemas.openxmlformats.org/drawingml/2006/main">
              <a:ext uri="{FF2B5EF4-FFF2-40B4-BE49-F238E27FC236}">
                <a16:creationId xmlns:a16="http://schemas.microsoft.com/office/drawing/2014/main" id="{C295AEC0-0281-4E2A-A0DE-F1D755A06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03921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4" name="object 184">
            <a:extLst xmlns:a="http://schemas.openxmlformats.org/drawingml/2006/main">
              <a:ext uri="{FF2B5EF4-FFF2-40B4-BE49-F238E27FC236}">
                <a16:creationId xmlns:a16="http://schemas.microsoft.com/office/drawing/2014/main" id="{C8A86DFA-078A-4EFB-8A58-6C8D5A54B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1485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5" name="object 185">
            <a:extLst xmlns:a="http://schemas.openxmlformats.org/drawingml/2006/main">
              <a:ext uri="{FF2B5EF4-FFF2-40B4-BE49-F238E27FC236}">
                <a16:creationId xmlns:a16="http://schemas.microsoft.com/office/drawing/2014/main" id="{B986C8C2-052F-4F1C-B696-CB9D723CD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1485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7" name="object 187">
            <a:extLst xmlns:a="http://schemas.openxmlformats.org/drawingml/2006/main">
              <a:ext uri="{FF2B5EF4-FFF2-40B4-BE49-F238E27FC236}">
                <a16:creationId xmlns:a16="http://schemas.microsoft.com/office/drawing/2014/main" id="{BCA8F426-4CE8-4141-A2A6-4DD8011A4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2577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88" name="object 188">
            <a:extLst xmlns:a="http://schemas.openxmlformats.org/drawingml/2006/main">
              <a:ext uri="{FF2B5EF4-FFF2-40B4-BE49-F238E27FC236}">
                <a16:creationId xmlns:a16="http://schemas.microsoft.com/office/drawing/2014/main" id="{8F8909D7-6973-4045-8562-E5EB78D50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2577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0" name="object 190">
            <a:extLst xmlns:a="http://schemas.openxmlformats.org/drawingml/2006/main">
              <a:ext uri="{FF2B5EF4-FFF2-40B4-BE49-F238E27FC236}">
                <a16:creationId xmlns:a16="http://schemas.microsoft.com/office/drawing/2014/main" id="{1F780876-EE79-499F-B6A4-1CEAB7FE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3670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1" name="object 191">
            <a:extLst xmlns:a="http://schemas.openxmlformats.org/drawingml/2006/main">
              <a:ext uri="{FF2B5EF4-FFF2-40B4-BE49-F238E27FC236}">
                <a16:creationId xmlns:a16="http://schemas.microsoft.com/office/drawing/2014/main" id="{04930ADE-345B-4326-AED9-8A8651699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3670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3" name="object 193">
            <a:extLst xmlns:a="http://schemas.openxmlformats.org/drawingml/2006/main">
              <a:ext uri="{FF2B5EF4-FFF2-40B4-BE49-F238E27FC236}">
                <a16:creationId xmlns:a16="http://schemas.microsoft.com/office/drawing/2014/main" id="{874FEF72-5CA1-46C4-9004-28108E15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4763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4" name="object 194">
            <a:extLst xmlns:a="http://schemas.openxmlformats.org/drawingml/2006/main">
              <a:ext uri="{FF2B5EF4-FFF2-40B4-BE49-F238E27FC236}">
                <a16:creationId xmlns:a16="http://schemas.microsoft.com/office/drawing/2014/main" id="{6092111A-9000-4513-AAB7-2A2D2E450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4763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6" name="object 196">
            <a:extLst xmlns:a="http://schemas.openxmlformats.org/drawingml/2006/main">
              <a:ext uri="{FF2B5EF4-FFF2-40B4-BE49-F238E27FC236}">
                <a16:creationId xmlns:a16="http://schemas.microsoft.com/office/drawing/2014/main" id="{27BD4122-A8FC-487C-9202-775D3D93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5856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7" name="object 197">
            <a:extLst xmlns:a="http://schemas.openxmlformats.org/drawingml/2006/main">
              <a:ext uri="{FF2B5EF4-FFF2-40B4-BE49-F238E27FC236}">
                <a16:creationId xmlns:a16="http://schemas.microsoft.com/office/drawing/2014/main" id="{F43ABC5C-0401-43A4-B91C-B9DC5A25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5856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9" name="object 199">
            <a:extLst xmlns:a="http://schemas.openxmlformats.org/drawingml/2006/main">
              <a:ext uri="{FF2B5EF4-FFF2-40B4-BE49-F238E27FC236}">
                <a16:creationId xmlns:a16="http://schemas.microsoft.com/office/drawing/2014/main" id="{CE1E637D-DD6B-4336-85BC-C43635F04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6949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0" name="object 200">
            <a:extLst xmlns:a="http://schemas.openxmlformats.org/drawingml/2006/main">
              <a:ext uri="{FF2B5EF4-FFF2-40B4-BE49-F238E27FC236}">
                <a16:creationId xmlns:a16="http://schemas.microsoft.com/office/drawing/2014/main" id="{9E6D8A65-8AE1-44D0-A18D-8F609E3C4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6949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2" name="object 202">
            <a:extLst xmlns:a="http://schemas.openxmlformats.org/drawingml/2006/main">
              <a:ext uri="{FF2B5EF4-FFF2-40B4-BE49-F238E27FC236}">
                <a16:creationId xmlns:a16="http://schemas.microsoft.com/office/drawing/2014/main" id="{AB717650-EDE7-488A-A57D-6F7BFFA65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80427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3" name="object 203">
            <a:extLst xmlns:a="http://schemas.openxmlformats.org/drawingml/2006/main">
              <a:ext uri="{FF2B5EF4-FFF2-40B4-BE49-F238E27FC236}">
                <a16:creationId xmlns:a16="http://schemas.microsoft.com/office/drawing/2014/main" id="{047DB3D2-4AFA-4D99-8A10-59130A8F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80427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5" name="object 205">
            <a:extLst xmlns:a="http://schemas.openxmlformats.org/drawingml/2006/main">
              <a:ext uri="{FF2B5EF4-FFF2-40B4-BE49-F238E27FC236}">
                <a16:creationId xmlns:a16="http://schemas.microsoft.com/office/drawing/2014/main" id="{1C9A988F-50E0-4616-918D-04E4F8925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9135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6" name="object 206">
            <a:extLst xmlns:a="http://schemas.openxmlformats.org/drawingml/2006/main">
              <a:ext uri="{FF2B5EF4-FFF2-40B4-BE49-F238E27FC236}">
                <a16:creationId xmlns:a16="http://schemas.microsoft.com/office/drawing/2014/main" id="{4479B934-84FE-427A-BE0B-DE4838AB6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89135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8" name="object 208">
            <a:extLst xmlns:a="http://schemas.openxmlformats.org/drawingml/2006/main">
              <a:ext uri="{FF2B5EF4-FFF2-40B4-BE49-F238E27FC236}">
                <a16:creationId xmlns:a16="http://schemas.microsoft.com/office/drawing/2014/main" id="{8257AD39-9600-481D-B152-B9BC33C36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0228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9" name="object 209">
            <a:extLst xmlns:a="http://schemas.openxmlformats.org/drawingml/2006/main">
              <a:ext uri="{FF2B5EF4-FFF2-40B4-BE49-F238E27FC236}">
                <a16:creationId xmlns:a16="http://schemas.microsoft.com/office/drawing/2014/main" id="{30BF747C-BA21-4323-8E7C-D03E56AA0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0228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1" name="object 211">
            <a:extLst xmlns:a="http://schemas.openxmlformats.org/drawingml/2006/main">
              <a:ext uri="{FF2B5EF4-FFF2-40B4-BE49-F238E27FC236}">
                <a16:creationId xmlns:a16="http://schemas.microsoft.com/office/drawing/2014/main" id="{1E6BEDD6-AB95-46C2-9C22-94EC688D3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1321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2" name="object 212">
            <a:extLst xmlns:a="http://schemas.openxmlformats.org/drawingml/2006/main">
              <a:ext uri="{FF2B5EF4-FFF2-40B4-BE49-F238E27FC236}">
                <a16:creationId xmlns:a16="http://schemas.microsoft.com/office/drawing/2014/main" id="{03801348-CD0A-42B1-9595-303BA0602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1321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4" name="object 214">
            <a:extLst xmlns:a="http://schemas.openxmlformats.org/drawingml/2006/main">
              <a:ext uri="{FF2B5EF4-FFF2-40B4-BE49-F238E27FC236}">
                <a16:creationId xmlns:a16="http://schemas.microsoft.com/office/drawing/2014/main" id="{85A8CB83-C341-4050-BE68-A9F6E133B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24144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5" name="object 215">
            <a:extLst xmlns:a="http://schemas.openxmlformats.org/drawingml/2006/main">
              <a:ext uri="{FF2B5EF4-FFF2-40B4-BE49-F238E27FC236}">
                <a16:creationId xmlns:a16="http://schemas.microsoft.com/office/drawing/2014/main" id="{69438957-FECC-43D7-B600-C5B34F77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24144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7" name="object 217">
            <a:extLst xmlns:a="http://schemas.openxmlformats.org/drawingml/2006/main">
              <a:ext uri="{FF2B5EF4-FFF2-40B4-BE49-F238E27FC236}">
                <a16:creationId xmlns:a16="http://schemas.microsoft.com/office/drawing/2014/main" id="{97D61097-E9DE-4937-8E8A-D289E85A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3507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8" name="object 218">
            <a:extLst xmlns:a="http://schemas.openxmlformats.org/drawingml/2006/main">
              <a:ext uri="{FF2B5EF4-FFF2-40B4-BE49-F238E27FC236}">
                <a16:creationId xmlns:a16="http://schemas.microsoft.com/office/drawing/2014/main" id="{6760A06F-5DCD-4F54-8ACD-D29408D67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3507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0" name="object 220">
            <a:extLst xmlns:a="http://schemas.openxmlformats.org/drawingml/2006/main">
              <a:ext uri="{FF2B5EF4-FFF2-40B4-BE49-F238E27FC236}">
                <a16:creationId xmlns:a16="http://schemas.microsoft.com/office/drawing/2014/main" id="{E2610591-DF9B-470B-A1F2-44474E3FE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46003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1" name="object 221">
            <a:extLst xmlns:a="http://schemas.openxmlformats.org/drawingml/2006/main">
              <a:ext uri="{FF2B5EF4-FFF2-40B4-BE49-F238E27FC236}">
                <a16:creationId xmlns:a16="http://schemas.microsoft.com/office/drawing/2014/main" id="{4A0D6B19-48E5-4AE6-88E7-AA7FAC56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46003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3" name="object 223">
            <a:extLst xmlns:a="http://schemas.openxmlformats.org/drawingml/2006/main">
              <a:ext uri="{FF2B5EF4-FFF2-40B4-BE49-F238E27FC236}">
                <a16:creationId xmlns:a16="http://schemas.microsoft.com/office/drawing/2014/main" id="{413594DF-F30F-488A-B0B1-C18CFF0C3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56933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4" name="object 224">
            <a:extLst xmlns:a="http://schemas.openxmlformats.org/drawingml/2006/main">
              <a:ext uri="{FF2B5EF4-FFF2-40B4-BE49-F238E27FC236}">
                <a16:creationId xmlns:a16="http://schemas.microsoft.com/office/drawing/2014/main" id="{58E98F99-4722-41E0-8F87-E0148FE0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56933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6" name="object 226">
            <a:extLst xmlns:a="http://schemas.openxmlformats.org/drawingml/2006/main">
              <a:ext uri="{FF2B5EF4-FFF2-40B4-BE49-F238E27FC236}">
                <a16:creationId xmlns:a16="http://schemas.microsoft.com/office/drawing/2014/main" id="{5942DBE8-80DB-4AC3-9B1C-D6DCA80A9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6786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7" name="object 227">
            <a:extLst xmlns:a="http://schemas.openxmlformats.org/drawingml/2006/main">
              <a:ext uri="{FF2B5EF4-FFF2-40B4-BE49-F238E27FC236}">
                <a16:creationId xmlns:a16="http://schemas.microsoft.com/office/drawing/2014/main" id="{F680B5DD-1EC2-48FF-B568-3D554C66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6786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9" name="object 229">
            <a:extLst xmlns:a="http://schemas.openxmlformats.org/drawingml/2006/main">
              <a:ext uri="{FF2B5EF4-FFF2-40B4-BE49-F238E27FC236}">
                <a16:creationId xmlns:a16="http://schemas.microsoft.com/office/drawing/2014/main" id="{1CD91C56-1D33-475E-BA5C-171D41E5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78792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0" name="object 230">
            <a:extLst xmlns:a="http://schemas.openxmlformats.org/drawingml/2006/main">
              <a:ext uri="{FF2B5EF4-FFF2-40B4-BE49-F238E27FC236}">
                <a16:creationId xmlns:a16="http://schemas.microsoft.com/office/drawing/2014/main" id="{C824F838-97FA-4FF7-AEBA-0E287E0A2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78792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2" name="object 232">
            <a:extLst xmlns:a="http://schemas.openxmlformats.org/drawingml/2006/main">
              <a:ext uri="{FF2B5EF4-FFF2-40B4-BE49-F238E27FC236}">
                <a16:creationId xmlns:a16="http://schemas.microsoft.com/office/drawing/2014/main" id="{D688F312-E6C8-492E-B199-B1290C1E1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8972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3" name="object 233">
            <a:extLst xmlns:a="http://schemas.openxmlformats.org/drawingml/2006/main">
              <a:ext uri="{FF2B5EF4-FFF2-40B4-BE49-F238E27FC236}">
                <a16:creationId xmlns:a16="http://schemas.microsoft.com/office/drawing/2014/main" id="{220C5501-41A7-4234-98A2-4ECFB93F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98972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5" name="object 235">
            <a:extLst xmlns:a="http://schemas.openxmlformats.org/drawingml/2006/main">
              <a:ext uri="{FF2B5EF4-FFF2-40B4-BE49-F238E27FC236}">
                <a16:creationId xmlns:a16="http://schemas.microsoft.com/office/drawing/2014/main" id="{8718A386-3964-42EE-B8CF-54799600F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00650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6" name="object 236">
            <a:extLst xmlns:a="http://schemas.openxmlformats.org/drawingml/2006/main">
              <a:ext uri="{FF2B5EF4-FFF2-40B4-BE49-F238E27FC236}">
                <a16:creationId xmlns:a16="http://schemas.microsoft.com/office/drawing/2014/main" id="{E73EF6E1-B09D-4803-B767-BA942740C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00650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8" name="object 238">
            <a:extLst xmlns:a="http://schemas.openxmlformats.org/drawingml/2006/main">
              <a:ext uri="{FF2B5EF4-FFF2-40B4-BE49-F238E27FC236}">
                <a16:creationId xmlns:a16="http://schemas.microsoft.com/office/drawing/2014/main" id="{B6E1C650-89DF-49F5-8A82-0C22BC58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1158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39" name="object 239">
            <a:extLst xmlns:a="http://schemas.openxmlformats.org/drawingml/2006/main">
              <a:ext uri="{FF2B5EF4-FFF2-40B4-BE49-F238E27FC236}">
                <a16:creationId xmlns:a16="http://schemas.microsoft.com/office/drawing/2014/main" id="{09DF3435-7F24-4195-AAAF-E35412E8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1158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1" name="object 241">
            <a:extLst xmlns:a="http://schemas.openxmlformats.org/drawingml/2006/main">
              <a:ext uri="{FF2B5EF4-FFF2-40B4-BE49-F238E27FC236}">
                <a16:creationId xmlns:a16="http://schemas.microsoft.com/office/drawing/2014/main" id="{32EED8E7-0E75-433A-A772-782CB70D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2250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2" name="object 242">
            <a:extLst xmlns:a="http://schemas.openxmlformats.org/drawingml/2006/main">
              <a:ext uri="{FF2B5EF4-FFF2-40B4-BE49-F238E27FC236}">
                <a16:creationId xmlns:a16="http://schemas.microsoft.com/office/drawing/2014/main" id="{7C5141D5-6E03-4584-9E0F-CD149C823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2250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4" name="object 244">
            <a:extLst xmlns:a="http://schemas.openxmlformats.org/drawingml/2006/main">
              <a:ext uri="{FF2B5EF4-FFF2-40B4-BE49-F238E27FC236}">
                <a16:creationId xmlns:a16="http://schemas.microsoft.com/office/drawing/2014/main" id="{A4C68721-B5AD-484D-BD31-00E91CA0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3343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5" name="object 245">
            <a:extLst xmlns:a="http://schemas.openxmlformats.org/drawingml/2006/main">
              <a:ext uri="{FF2B5EF4-FFF2-40B4-BE49-F238E27FC236}">
                <a16:creationId xmlns:a16="http://schemas.microsoft.com/office/drawing/2014/main" id="{28438140-EA47-4D1C-89EB-F6C868BBD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3343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7" name="object 247">
            <a:extLst xmlns:a="http://schemas.openxmlformats.org/drawingml/2006/main">
              <a:ext uri="{FF2B5EF4-FFF2-40B4-BE49-F238E27FC236}">
                <a16:creationId xmlns:a16="http://schemas.microsoft.com/office/drawing/2014/main" id="{26ABD56D-D997-48A7-AD38-1831B472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4436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8" name="object 248">
            <a:extLst xmlns:a="http://schemas.openxmlformats.org/drawingml/2006/main">
              <a:ext uri="{FF2B5EF4-FFF2-40B4-BE49-F238E27FC236}">
                <a16:creationId xmlns:a16="http://schemas.microsoft.com/office/drawing/2014/main" id="{A19DA3A6-30EE-401C-8838-F771BAF85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4436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0" name="object 250">
            <a:extLst xmlns:a="http://schemas.openxmlformats.org/drawingml/2006/main">
              <a:ext uri="{FF2B5EF4-FFF2-40B4-BE49-F238E27FC236}">
                <a16:creationId xmlns:a16="http://schemas.microsoft.com/office/drawing/2014/main" id="{051E7CA4-6288-416B-8991-C44F71083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5529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1" name="object 251">
            <a:extLst xmlns:a="http://schemas.openxmlformats.org/drawingml/2006/main">
              <a:ext uri="{FF2B5EF4-FFF2-40B4-BE49-F238E27FC236}">
                <a16:creationId xmlns:a16="http://schemas.microsoft.com/office/drawing/2014/main" id="{5061308D-63F1-4A9B-80F6-21C4F709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55298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3" name="object 253">
            <a:extLst xmlns:a="http://schemas.openxmlformats.org/drawingml/2006/main">
              <a:ext uri="{FF2B5EF4-FFF2-40B4-BE49-F238E27FC236}">
                <a16:creationId xmlns:a16="http://schemas.microsoft.com/office/drawing/2014/main" id="{48AA0E5D-84DE-4458-930B-E709A2C66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6622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4" name="object 254">
            <a:extLst xmlns:a="http://schemas.openxmlformats.org/drawingml/2006/main">
              <a:ext uri="{FF2B5EF4-FFF2-40B4-BE49-F238E27FC236}">
                <a16:creationId xmlns:a16="http://schemas.microsoft.com/office/drawing/2014/main" id="{24FC3E8C-AD92-4C05-B1CF-81A7480A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6622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6" name="object 256">
            <a:extLst xmlns:a="http://schemas.openxmlformats.org/drawingml/2006/main">
              <a:ext uri="{FF2B5EF4-FFF2-40B4-BE49-F238E27FC236}">
                <a16:creationId xmlns:a16="http://schemas.microsoft.com/office/drawing/2014/main" id="{886253D4-7B04-4C6D-96DB-46B5B5182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7715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7" name="object 257">
            <a:extLst xmlns:a="http://schemas.openxmlformats.org/drawingml/2006/main">
              <a:ext uri="{FF2B5EF4-FFF2-40B4-BE49-F238E27FC236}">
                <a16:creationId xmlns:a16="http://schemas.microsoft.com/office/drawing/2014/main" id="{7EE12010-8D63-4730-A234-980BF316F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77157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59" name="object 259">
            <a:extLst xmlns:a="http://schemas.openxmlformats.org/drawingml/2006/main">
              <a:ext uri="{FF2B5EF4-FFF2-40B4-BE49-F238E27FC236}">
                <a16:creationId xmlns:a16="http://schemas.microsoft.com/office/drawing/2014/main" id="{6551FF83-D822-456F-BF09-96D0BF2B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8808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0" name="object 260">
            <a:extLst xmlns:a="http://schemas.openxmlformats.org/drawingml/2006/main">
              <a:ext uri="{FF2B5EF4-FFF2-40B4-BE49-F238E27FC236}">
                <a16:creationId xmlns:a16="http://schemas.microsoft.com/office/drawing/2014/main" id="{61A3C50C-2C5F-4FA9-BD05-2ACC80037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8808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2" name="object 262">
            <a:extLst xmlns:a="http://schemas.openxmlformats.org/drawingml/2006/main">
              <a:ext uri="{FF2B5EF4-FFF2-40B4-BE49-F238E27FC236}">
                <a16:creationId xmlns:a16="http://schemas.microsoft.com/office/drawing/2014/main" id="{61881382-2667-4A9B-A4DE-9DB22019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9901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3" name="object 263">
            <a:extLst xmlns:a="http://schemas.openxmlformats.org/drawingml/2006/main">
              <a:ext uri="{FF2B5EF4-FFF2-40B4-BE49-F238E27FC236}">
                <a16:creationId xmlns:a16="http://schemas.microsoft.com/office/drawing/2014/main" id="{56C5DD05-4A44-4DDB-BB74-D873EE96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09901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5" name="object 265">
            <a:extLst xmlns:a="http://schemas.openxmlformats.org/drawingml/2006/main">
              <a:ext uri="{FF2B5EF4-FFF2-40B4-BE49-F238E27FC236}">
                <a16:creationId xmlns:a16="http://schemas.microsoft.com/office/drawing/2014/main" id="{665C4875-6899-4099-8D9D-EE3AB4EEF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0994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6" name="object 266">
            <a:extLst xmlns:a="http://schemas.openxmlformats.org/drawingml/2006/main">
              <a:ext uri="{FF2B5EF4-FFF2-40B4-BE49-F238E27FC236}">
                <a16:creationId xmlns:a16="http://schemas.microsoft.com/office/drawing/2014/main" id="{E4885339-538A-41B8-AF5E-7F65AF8B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09945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8" name="object 268">
            <a:extLst xmlns:a="http://schemas.openxmlformats.org/drawingml/2006/main">
              <a:ext uri="{FF2B5EF4-FFF2-40B4-BE49-F238E27FC236}">
                <a16:creationId xmlns:a16="http://schemas.microsoft.com/office/drawing/2014/main" id="{08DD6B99-7DFB-4914-905C-796095A45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20874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9" name="object 269">
            <a:extLst xmlns:a="http://schemas.openxmlformats.org/drawingml/2006/main">
              <a:ext uri="{FF2B5EF4-FFF2-40B4-BE49-F238E27FC236}">
                <a16:creationId xmlns:a16="http://schemas.microsoft.com/office/drawing/2014/main" id="{81CA2E49-D3E6-4401-AF98-BA0DEA6F7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20874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1" name="object 271">
            <a:extLst xmlns:a="http://schemas.openxmlformats.org/drawingml/2006/main">
              <a:ext uri="{FF2B5EF4-FFF2-40B4-BE49-F238E27FC236}">
                <a16:creationId xmlns:a16="http://schemas.microsoft.com/office/drawing/2014/main" id="{5B1DEAF6-A8F5-4FC8-A938-A6C57C32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3180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2" name="object 272">
            <a:extLst xmlns:a="http://schemas.openxmlformats.org/drawingml/2006/main">
              <a:ext uri="{FF2B5EF4-FFF2-40B4-BE49-F238E27FC236}">
                <a16:creationId xmlns:a16="http://schemas.microsoft.com/office/drawing/2014/main" id="{47AF566F-B9F4-4AB0-B8D7-51F1A86C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31804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4" name="object 274">
            <a:extLst xmlns:a="http://schemas.openxmlformats.org/drawingml/2006/main">
              <a:ext uri="{FF2B5EF4-FFF2-40B4-BE49-F238E27FC236}">
                <a16:creationId xmlns:a16="http://schemas.microsoft.com/office/drawing/2014/main" id="{5F25E705-DA33-4282-AE93-E280A6C5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42733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5" name="object 275">
            <a:extLst xmlns:a="http://schemas.openxmlformats.org/drawingml/2006/main">
              <a:ext uri="{FF2B5EF4-FFF2-40B4-BE49-F238E27FC236}">
                <a16:creationId xmlns:a16="http://schemas.microsoft.com/office/drawing/2014/main" id="{5F556554-61E2-4516-9F89-B8B879DA6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42733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7" name="object 277">
            <a:extLst xmlns:a="http://schemas.openxmlformats.org/drawingml/2006/main">
              <a:ext uri="{FF2B5EF4-FFF2-40B4-BE49-F238E27FC236}">
                <a16:creationId xmlns:a16="http://schemas.microsoft.com/office/drawing/2014/main" id="{4C1A227E-09FF-48EF-9E05-79354E242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53663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8" name="object 278">
            <a:extLst xmlns:a="http://schemas.openxmlformats.org/drawingml/2006/main">
              <a:ext uri="{FF2B5EF4-FFF2-40B4-BE49-F238E27FC236}">
                <a16:creationId xmlns:a16="http://schemas.microsoft.com/office/drawing/2014/main" id="{8C2B2072-1F51-43B3-9A45-6F0DBFFFB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536632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0" name="object 280">
            <a:extLst xmlns:a="http://schemas.openxmlformats.org/drawingml/2006/main">
              <a:ext uri="{FF2B5EF4-FFF2-40B4-BE49-F238E27FC236}">
                <a16:creationId xmlns:a16="http://schemas.microsoft.com/office/drawing/2014/main" id="{135ED6A3-F7E1-4295-AD4B-1D2857C12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6459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1" name="object 281">
            <a:extLst xmlns:a="http://schemas.openxmlformats.org/drawingml/2006/main">
              <a:ext uri="{FF2B5EF4-FFF2-40B4-BE49-F238E27FC236}">
                <a16:creationId xmlns:a16="http://schemas.microsoft.com/office/drawing/2014/main" id="{2F80296E-19BB-4CC5-A1DF-9B11216BC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64592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3" name="object 283">
            <a:extLst xmlns:a="http://schemas.openxmlformats.org/drawingml/2006/main">
              <a:ext uri="{FF2B5EF4-FFF2-40B4-BE49-F238E27FC236}">
                <a16:creationId xmlns:a16="http://schemas.microsoft.com/office/drawing/2014/main" id="{18301147-FDA6-4767-BC80-F9C66C1CD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75522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4" name="object 284">
            <a:extLst xmlns:a="http://schemas.openxmlformats.org/drawingml/2006/main">
              <a:ext uri="{FF2B5EF4-FFF2-40B4-BE49-F238E27FC236}">
                <a16:creationId xmlns:a16="http://schemas.microsoft.com/office/drawing/2014/main" id="{534CDBD1-E3F1-44DD-8F78-9602FEA7D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75522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6" name="object 286">
            <a:extLst xmlns:a="http://schemas.openxmlformats.org/drawingml/2006/main">
              <a:ext uri="{FF2B5EF4-FFF2-40B4-BE49-F238E27FC236}">
                <a16:creationId xmlns:a16="http://schemas.microsoft.com/office/drawing/2014/main" id="{49710862-7495-4AD5-BEC4-62489281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8645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7" name="object 287">
            <a:extLst xmlns:a="http://schemas.openxmlformats.org/drawingml/2006/main">
              <a:ext uri="{FF2B5EF4-FFF2-40B4-BE49-F238E27FC236}">
                <a16:creationId xmlns:a16="http://schemas.microsoft.com/office/drawing/2014/main" id="{030E88AF-D818-44D9-9C26-2B5ADB627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86451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9" name="object 289">
            <a:extLst xmlns:a="http://schemas.openxmlformats.org/drawingml/2006/main">
              <a:ext uri="{FF2B5EF4-FFF2-40B4-BE49-F238E27FC236}">
                <a16:creationId xmlns:a16="http://schemas.microsoft.com/office/drawing/2014/main" id="{19DD333B-A5EB-4E41-8142-F344EF2A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97380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0" name="object 290">
            <a:extLst xmlns:a="http://schemas.openxmlformats.org/drawingml/2006/main">
              <a:ext uri="{FF2B5EF4-FFF2-40B4-BE49-F238E27FC236}">
                <a16:creationId xmlns:a16="http://schemas.microsoft.com/office/drawing/2014/main" id="{666B44EE-7137-48A4-B07A-A13C312C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197380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2" name="object 292">
            <a:extLst xmlns:a="http://schemas.openxmlformats.org/drawingml/2006/main">
              <a:ext uri="{FF2B5EF4-FFF2-40B4-BE49-F238E27FC236}">
                <a16:creationId xmlns:a16="http://schemas.microsoft.com/office/drawing/2014/main" id="{BA2AA34B-1B22-49CA-A0F7-71AA29CF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0831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3" name="object 293">
            <a:extLst xmlns:a="http://schemas.openxmlformats.org/drawingml/2006/main">
              <a:ext uri="{FF2B5EF4-FFF2-40B4-BE49-F238E27FC236}">
                <a16:creationId xmlns:a16="http://schemas.microsoft.com/office/drawing/2014/main" id="{B336E881-E519-45C0-AF2D-75A0E73F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083104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5" name="object 295">
            <a:extLst xmlns:a="http://schemas.openxmlformats.org/drawingml/2006/main">
              <a:ext uri="{FF2B5EF4-FFF2-40B4-BE49-F238E27FC236}">
                <a16:creationId xmlns:a16="http://schemas.microsoft.com/office/drawing/2014/main" id="{19A70C53-3517-4B91-9C36-6F46EAD6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1923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6" name="object 296">
            <a:extLst xmlns:a="http://schemas.openxmlformats.org/drawingml/2006/main">
              <a:ext uri="{FF2B5EF4-FFF2-40B4-BE49-F238E27FC236}">
                <a16:creationId xmlns:a16="http://schemas.microsoft.com/office/drawing/2014/main" id="{C8DE8C57-FA2A-4E3C-8616-81FDE474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192398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8" name="object 298">
            <a:extLst xmlns:a="http://schemas.openxmlformats.org/drawingml/2006/main">
              <a:ext uri="{FF2B5EF4-FFF2-40B4-BE49-F238E27FC236}">
                <a16:creationId xmlns:a16="http://schemas.microsoft.com/office/drawing/2014/main" id="{3F8EAE84-19D7-4837-AE37-2D7DD3AC5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3016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9" name="object 299">
            <a:extLst xmlns:a="http://schemas.openxmlformats.org/drawingml/2006/main">
              <a:ext uri="{FF2B5EF4-FFF2-40B4-BE49-F238E27FC236}">
                <a16:creationId xmlns:a16="http://schemas.microsoft.com/office/drawing/2014/main" id="{CA51CC15-B8C8-49CD-B6BE-0AE5626E9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301693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1" name="object 301">
            <a:extLst xmlns:a="http://schemas.openxmlformats.org/drawingml/2006/main">
              <a:ext uri="{FF2B5EF4-FFF2-40B4-BE49-F238E27FC236}">
                <a16:creationId xmlns:a16="http://schemas.microsoft.com/office/drawing/2014/main" id="{DD52209D-EF35-4F3D-AAF3-CE78C33E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4109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2" name="object 302">
            <a:extLst xmlns:a="http://schemas.openxmlformats.org/drawingml/2006/main">
              <a:ext uri="{FF2B5EF4-FFF2-40B4-BE49-F238E27FC236}">
                <a16:creationId xmlns:a16="http://schemas.microsoft.com/office/drawing/2014/main" id="{AD930293-AAE3-4E2E-BB28-927B18FD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410987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4" name="object 304">
            <a:extLst xmlns:a="http://schemas.openxmlformats.org/drawingml/2006/main">
              <a:ext uri="{FF2B5EF4-FFF2-40B4-BE49-F238E27FC236}">
                <a16:creationId xmlns:a16="http://schemas.microsoft.com/office/drawing/2014/main" id="{9D3B79CF-776D-4395-932F-26BFA7FD8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52028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5" name="object 305">
            <a:extLst xmlns:a="http://schemas.openxmlformats.org/drawingml/2006/main">
              <a:ext uri="{FF2B5EF4-FFF2-40B4-BE49-F238E27FC236}">
                <a16:creationId xmlns:a16="http://schemas.microsoft.com/office/drawing/2014/main" id="{FF6F8F38-D61F-4A37-8834-1991D6825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520281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7" name="object 307">
            <a:extLst xmlns:a="http://schemas.openxmlformats.org/drawingml/2006/main">
              <a:ext uri="{FF2B5EF4-FFF2-40B4-BE49-F238E27FC236}">
                <a16:creationId xmlns:a16="http://schemas.microsoft.com/office/drawing/2014/main" id="{A63BBA55-FBFF-4CBB-BD8B-5594A0A9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6295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8" name="object 308">
            <a:extLst xmlns:a="http://schemas.openxmlformats.org/drawingml/2006/main">
              <a:ext uri="{FF2B5EF4-FFF2-40B4-BE49-F238E27FC236}">
                <a16:creationId xmlns:a16="http://schemas.microsoft.com/office/drawing/2014/main" id="{D1AD6B31-A6B8-43A8-B14A-A949DB52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629576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0" name="object 310">
            <a:extLst xmlns:a="http://schemas.openxmlformats.org/drawingml/2006/main">
              <a:ext uri="{FF2B5EF4-FFF2-40B4-BE49-F238E27FC236}">
                <a16:creationId xmlns:a16="http://schemas.microsoft.com/office/drawing/2014/main" id="{311AF66D-A1F5-4C66-8BF6-8E4559BF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73887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1" name="object 311">
            <a:extLst xmlns:a="http://schemas.openxmlformats.org/drawingml/2006/main">
              <a:ext uri="{FF2B5EF4-FFF2-40B4-BE49-F238E27FC236}">
                <a16:creationId xmlns:a16="http://schemas.microsoft.com/office/drawing/2014/main" id="{8AC4EC3C-11D0-450B-A2EE-11291E167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738870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3" name="object 313">
            <a:extLst xmlns:a="http://schemas.openxmlformats.org/drawingml/2006/main">
              <a:ext uri="{FF2B5EF4-FFF2-40B4-BE49-F238E27FC236}">
                <a16:creationId xmlns:a16="http://schemas.microsoft.com/office/drawing/2014/main" id="{C0DB2E9E-D36B-4951-9011-6BECE6648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8481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4" name="object 314">
            <a:extLst xmlns:a="http://schemas.openxmlformats.org/drawingml/2006/main">
              <a:ext uri="{FF2B5EF4-FFF2-40B4-BE49-F238E27FC236}">
                <a16:creationId xmlns:a16="http://schemas.microsoft.com/office/drawing/2014/main" id="{94DB3E57-CDAF-4E08-BCCB-94810184F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848165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6" name="object 316">
            <a:extLst xmlns:a="http://schemas.openxmlformats.org/drawingml/2006/main">
              <a:ext uri="{FF2B5EF4-FFF2-40B4-BE49-F238E27FC236}">
                <a16:creationId xmlns:a16="http://schemas.microsoft.com/office/drawing/2014/main" id="{786B3278-DB95-4D42-AC8A-138FF998B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9574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7" name="object 317">
            <a:extLst xmlns:a="http://schemas.openxmlformats.org/drawingml/2006/main">
              <a:ext uri="{FF2B5EF4-FFF2-40B4-BE49-F238E27FC236}">
                <a16:creationId xmlns:a16="http://schemas.microsoft.com/office/drawing/2014/main" id="{E68627E2-58D3-4AF9-8B4B-B2878B4E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2957459"/>
            <a:ext cx="36830" cy="36830"/>
          </a:xfrm>
          <a:custGeom xmlns:a="http://schemas.openxmlformats.org/drawingml/2006/main">
            <a:rect l="l" t="t" r="r" b="b"/>
            <a:pathLst>
              <a:path w="36829" h="36829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9" name="object 319">
            <a:extLst xmlns:a="http://schemas.openxmlformats.org/drawingml/2006/main">
              <a:ext uri="{FF2B5EF4-FFF2-40B4-BE49-F238E27FC236}">
                <a16:creationId xmlns:a16="http://schemas.microsoft.com/office/drawing/2014/main" id="{1CC554DC-79DE-4456-B227-9B711A21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06675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0" name="object 320">
            <a:extLst xmlns:a="http://schemas.openxmlformats.org/drawingml/2006/main">
              <a:ext uri="{FF2B5EF4-FFF2-40B4-BE49-F238E27FC236}">
                <a16:creationId xmlns:a16="http://schemas.microsoft.com/office/drawing/2014/main" id="{06B8C94B-8FCF-4399-AD99-55DA62A0D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06675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2" name="object 322">
            <a:extLst xmlns:a="http://schemas.openxmlformats.org/drawingml/2006/main">
              <a:ext uri="{FF2B5EF4-FFF2-40B4-BE49-F238E27FC236}">
                <a16:creationId xmlns:a16="http://schemas.microsoft.com/office/drawing/2014/main" id="{08B0668E-7638-4140-8603-A6C943F1C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17604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3" name="object 323">
            <a:extLst xmlns:a="http://schemas.openxmlformats.org/drawingml/2006/main">
              <a:ext uri="{FF2B5EF4-FFF2-40B4-BE49-F238E27FC236}">
                <a16:creationId xmlns:a16="http://schemas.microsoft.com/office/drawing/2014/main" id="{284DE6BD-F476-4750-8582-3232E9C2B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17604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5" name="object 325">
            <a:extLst xmlns:a="http://schemas.openxmlformats.org/drawingml/2006/main">
              <a:ext uri="{FF2B5EF4-FFF2-40B4-BE49-F238E27FC236}">
                <a16:creationId xmlns:a16="http://schemas.microsoft.com/office/drawing/2014/main" id="{10E446D1-EF60-49D9-BAB2-3581EDCB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28534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6" name="object 326">
            <a:extLst xmlns:a="http://schemas.openxmlformats.org/drawingml/2006/main">
              <a:ext uri="{FF2B5EF4-FFF2-40B4-BE49-F238E27FC236}">
                <a16:creationId xmlns:a16="http://schemas.microsoft.com/office/drawing/2014/main" id="{517F1AD3-CDB8-4AC8-8C98-BA61EED6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28534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8" name="object 328">
            <a:extLst xmlns:a="http://schemas.openxmlformats.org/drawingml/2006/main">
              <a:ext uri="{FF2B5EF4-FFF2-40B4-BE49-F238E27FC236}">
                <a16:creationId xmlns:a16="http://schemas.microsoft.com/office/drawing/2014/main" id="{51973EFD-20A4-4862-AA89-B0D779561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3946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9" name="object 329">
            <a:extLst xmlns:a="http://schemas.openxmlformats.org/drawingml/2006/main">
              <a:ext uri="{FF2B5EF4-FFF2-40B4-BE49-F238E27FC236}">
                <a16:creationId xmlns:a16="http://schemas.microsoft.com/office/drawing/2014/main" id="{C1DA96F1-B745-49FF-B2DD-33D1AED1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3946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1" name="object 331">
            <a:extLst xmlns:a="http://schemas.openxmlformats.org/drawingml/2006/main">
              <a:ext uri="{FF2B5EF4-FFF2-40B4-BE49-F238E27FC236}">
                <a16:creationId xmlns:a16="http://schemas.microsoft.com/office/drawing/2014/main" id="{85F6B08F-E911-4AF3-B9BA-4F078CFC1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50393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2" name="object 332">
            <a:extLst xmlns:a="http://schemas.openxmlformats.org/drawingml/2006/main">
              <a:ext uri="{FF2B5EF4-FFF2-40B4-BE49-F238E27FC236}">
                <a16:creationId xmlns:a16="http://schemas.microsoft.com/office/drawing/2014/main" id="{D6E2F917-CAB5-48AB-A7B7-DCE36A485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50393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4" name="object 334">
            <a:extLst xmlns:a="http://schemas.openxmlformats.org/drawingml/2006/main">
              <a:ext uri="{FF2B5EF4-FFF2-40B4-BE49-F238E27FC236}">
                <a16:creationId xmlns:a16="http://schemas.microsoft.com/office/drawing/2014/main" id="{E6F700E9-493B-48C2-B7E6-55A25CF7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61322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5" name="object 335">
            <a:extLst xmlns:a="http://schemas.openxmlformats.org/drawingml/2006/main">
              <a:ext uri="{FF2B5EF4-FFF2-40B4-BE49-F238E27FC236}">
                <a16:creationId xmlns:a16="http://schemas.microsoft.com/office/drawing/2014/main" id="{B4B46B88-6838-41DC-A7E6-E82081C83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61322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7" name="object 337">
            <a:extLst xmlns:a="http://schemas.openxmlformats.org/drawingml/2006/main">
              <a:ext uri="{FF2B5EF4-FFF2-40B4-BE49-F238E27FC236}">
                <a16:creationId xmlns:a16="http://schemas.microsoft.com/office/drawing/2014/main" id="{C82A5971-6B93-4F65-BD21-84C7F641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72252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8" name="object 338">
            <a:extLst xmlns:a="http://schemas.openxmlformats.org/drawingml/2006/main">
              <a:ext uri="{FF2B5EF4-FFF2-40B4-BE49-F238E27FC236}">
                <a16:creationId xmlns:a16="http://schemas.microsoft.com/office/drawing/2014/main" id="{06712D84-14A1-4C08-8D5D-7EB55707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72252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0" name="object 340">
            <a:extLst xmlns:a="http://schemas.openxmlformats.org/drawingml/2006/main">
              <a:ext uri="{FF2B5EF4-FFF2-40B4-BE49-F238E27FC236}">
                <a16:creationId xmlns:a16="http://schemas.microsoft.com/office/drawing/2014/main" id="{FECF76EB-BC76-43BB-9013-8E1CB5DB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83181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1" name="object 341">
            <a:extLst xmlns:a="http://schemas.openxmlformats.org/drawingml/2006/main">
              <a:ext uri="{FF2B5EF4-FFF2-40B4-BE49-F238E27FC236}">
                <a16:creationId xmlns:a16="http://schemas.microsoft.com/office/drawing/2014/main" id="{2C19C669-5B71-4F38-9B26-48405034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83181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3" name="object 343">
            <a:extLst xmlns:a="http://schemas.openxmlformats.org/drawingml/2006/main">
              <a:ext uri="{FF2B5EF4-FFF2-40B4-BE49-F238E27FC236}">
                <a16:creationId xmlns:a16="http://schemas.microsoft.com/office/drawing/2014/main" id="{B71F2418-DCDC-4F07-BD91-4149BC0C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9411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4" name="object 344">
            <a:extLst xmlns:a="http://schemas.openxmlformats.org/drawingml/2006/main">
              <a:ext uri="{FF2B5EF4-FFF2-40B4-BE49-F238E27FC236}">
                <a16:creationId xmlns:a16="http://schemas.microsoft.com/office/drawing/2014/main" id="{FE0D983E-CEEC-4016-B308-830F7D7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39411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6" name="object 346">
            <a:extLst xmlns:a="http://schemas.openxmlformats.org/drawingml/2006/main">
              <a:ext uri="{FF2B5EF4-FFF2-40B4-BE49-F238E27FC236}">
                <a16:creationId xmlns:a16="http://schemas.microsoft.com/office/drawing/2014/main" id="{5E8AD2B5-3CA3-490F-A89D-F12EEE89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05040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7" name="object 347">
            <a:extLst xmlns:a="http://schemas.openxmlformats.org/drawingml/2006/main">
              <a:ext uri="{FF2B5EF4-FFF2-40B4-BE49-F238E27FC236}">
                <a16:creationId xmlns:a16="http://schemas.microsoft.com/office/drawing/2014/main" id="{A5C88EB0-9151-48F9-A847-A255C531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05040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9" name="object 349">
            <a:extLst xmlns:a="http://schemas.openxmlformats.org/drawingml/2006/main">
              <a:ext uri="{FF2B5EF4-FFF2-40B4-BE49-F238E27FC236}">
                <a16:creationId xmlns:a16="http://schemas.microsoft.com/office/drawing/2014/main" id="{B0B0D5A7-8682-408F-A431-ED8FC0C58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15969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0" name="object 350">
            <a:extLst xmlns:a="http://schemas.openxmlformats.org/drawingml/2006/main">
              <a:ext uri="{FF2B5EF4-FFF2-40B4-BE49-F238E27FC236}">
                <a16:creationId xmlns:a16="http://schemas.microsoft.com/office/drawing/2014/main" id="{7BBC1879-2B54-45CB-A0F2-E248B1EC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15969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2" name="object 352">
            <a:extLst xmlns:a="http://schemas.openxmlformats.org/drawingml/2006/main">
              <a:ext uri="{FF2B5EF4-FFF2-40B4-BE49-F238E27FC236}">
                <a16:creationId xmlns:a16="http://schemas.microsoft.com/office/drawing/2014/main" id="{93200B9D-07AD-4FA2-B40B-79B3FBF6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26899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3" name="object 353">
            <a:extLst xmlns:a="http://schemas.openxmlformats.org/drawingml/2006/main">
              <a:ext uri="{FF2B5EF4-FFF2-40B4-BE49-F238E27FC236}">
                <a16:creationId xmlns:a16="http://schemas.microsoft.com/office/drawing/2014/main" id="{13199D71-71A6-4A47-9CF5-850E29CF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26899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5" name="object 355">
            <a:extLst xmlns:a="http://schemas.openxmlformats.org/drawingml/2006/main">
              <a:ext uri="{FF2B5EF4-FFF2-40B4-BE49-F238E27FC236}">
                <a16:creationId xmlns:a16="http://schemas.microsoft.com/office/drawing/2014/main" id="{0EB1CE19-C044-4C4B-AFBF-2383B0C5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37828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6" name="object 356">
            <a:extLst xmlns:a="http://schemas.openxmlformats.org/drawingml/2006/main">
              <a:ext uri="{FF2B5EF4-FFF2-40B4-BE49-F238E27FC236}">
                <a16:creationId xmlns:a16="http://schemas.microsoft.com/office/drawing/2014/main" id="{58CDE5C0-6228-46C8-B027-203140AA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37828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8" name="object 358">
            <a:extLst xmlns:a="http://schemas.openxmlformats.org/drawingml/2006/main">
              <a:ext uri="{FF2B5EF4-FFF2-40B4-BE49-F238E27FC236}">
                <a16:creationId xmlns:a16="http://schemas.microsoft.com/office/drawing/2014/main" id="{AC4E9494-3A8A-4A8F-A392-0259AC2EA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4875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59" name="object 359">
            <a:extLst xmlns:a="http://schemas.openxmlformats.org/drawingml/2006/main">
              <a:ext uri="{FF2B5EF4-FFF2-40B4-BE49-F238E27FC236}">
                <a16:creationId xmlns:a16="http://schemas.microsoft.com/office/drawing/2014/main" id="{DE821653-0AD7-42E2-9928-DD5864E32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4875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1" name="object 361">
            <a:extLst xmlns:a="http://schemas.openxmlformats.org/drawingml/2006/main">
              <a:ext uri="{FF2B5EF4-FFF2-40B4-BE49-F238E27FC236}">
                <a16:creationId xmlns:a16="http://schemas.microsoft.com/office/drawing/2014/main" id="{DCA41249-4DE4-49D9-9C72-873BCB672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59687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2" name="object 362">
            <a:extLst xmlns:a="http://schemas.openxmlformats.org/drawingml/2006/main">
              <a:ext uri="{FF2B5EF4-FFF2-40B4-BE49-F238E27FC236}">
                <a16:creationId xmlns:a16="http://schemas.microsoft.com/office/drawing/2014/main" id="{48EE2CFC-D251-4558-9661-E252556A6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59687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4" name="object 364">
            <a:extLst xmlns:a="http://schemas.openxmlformats.org/drawingml/2006/main">
              <a:ext uri="{FF2B5EF4-FFF2-40B4-BE49-F238E27FC236}">
                <a16:creationId xmlns:a16="http://schemas.microsoft.com/office/drawing/2014/main" id="{C9370585-2E8E-4768-945B-31468B141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70617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5" name="object 365">
            <a:extLst xmlns:a="http://schemas.openxmlformats.org/drawingml/2006/main">
              <a:ext uri="{FF2B5EF4-FFF2-40B4-BE49-F238E27FC236}">
                <a16:creationId xmlns:a16="http://schemas.microsoft.com/office/drawing/2014/main" id="{A891D569-B7C4-4712-AD4F-AF846F81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70617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7" name="object 367">
            <a:extLst xmlns:a="http://schemas.openxmlformats.org/drawingml/2006/main">
              <a:ext uri="{FF2B5EF4-FFF2-40B4-BE49-F238E27FC236}">
                <a16:creationId xmlns:a16="http://schemas.microsoft.com/office/drawing/2014/main" id="{0F2A5784-0644-48F5-9678-C9AD846E2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81546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68" name="object 368">
            <a:extLst xmlns:a="http://schemas.openxmlformats.org/drawingml/2006/main">
              <a:ext uri="{FF2B5EF4-FFF2-40B4-BE49-F238E27FC236}">
                <a16:creationId xmlns:a16="http://schemas.microsoft.com/office/drawing/2014/main" id="{769A07FB-6AD6-4CF1-B6C9-96827708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81546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0" name="object 370">
            <a:extLst xmlns:a="http://schemas.openxmlformats.org/drawingml/2006/main">
              <a:ext uri="{FF2B5EF4-FFF2-40B4-BE49-F238E27FC236}">
                <a16:creationId xmlns:a16="http://schemas.microsoft.com/office/drawing/2014/main" id="{4F406C79-B462-474B-9365-E3D941E8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9247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1" name="object 371">
            <a:extLst xmlns:a="http://schemas.openxmlformats.org/drawingml/2006/main">
              <a:ext uri="{FF2B5EF4-FFF2-40B4-BE49-F238E27FC236}">
                <a16:creationId xmlns:a16="http://schemas.microsoft.com/office/drawing/2014/main" id="{8CCC53EB-D318-48EF-BFDC-FEABE9242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49247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3" name="object 373">
            <a:extLst xmlns:a="http://schemas.openxmlformats.org/drawingml/2006/main">
              <a:ext uri="{FF2B5EF4-FFF2-40B4-BE49-F238E27FC236}">
                <a16:creationId xmlns:a16="http://schemas.microsoft.com/office/drawing/2014/main" id="{30264F08-37BA-4995-BB79-A3FA8435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0340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4" name="object 374">
            <a:extLst xmlns:a="http://schemas.openxmlformats.org/drawingml/2006/main">
              <a:ext uri="{FF2B5EF4-FFF2-40B4-BE49-F238E27FC236}">
                <a16:creationId xmlns:a16="http://schemas.microsoft.com/office/drawing/2014/main" id="{08C3A1D6-04FD-40CC-839C-7BEA72377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0340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6" name="object 376">
            <a:extLst xmlns:a="http://schemas.openxmlformats.org/drawingml/2006/main">
              <a:ext uri="{FF2B5EF4-FFF2-40B4-BE49-F238E27FC236}">
                <a16:creationId xmlns:a16="http://schemas.microsoft.com/office/drawing/2014/main" id="{92B0CA67-517F-4AF6-B0AC-5F0969B9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14334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7" name="object 377">
            <a:extLst xmlns:a="http://schemas.openxmlformats.org/drawingml/2006/main">
              <a:ext uri="{FF2B5EF4-FFF2-40B4-BE49-F238E27FC236}">
                <a16:creationId xmlns:a16="http://schemas.microsoft.com/office/drawing/2014/main" id="{1941CE67-7205-4F63-A9DB-AF2DFB445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14334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79" name="object 379">
            <a:extLst xmlns:a="http://schemas.openxmlformats.org/drawingml/2006/main">
              <a:ext uri="{FF2B5EF4-FFF2-40B4-BE49-F238E27FC236}">
                <a16:creationId xmlns:a16="http://schemas.microsoft.com/office/drawing/2014/main" id="{7DA5E30E-58E4-4652-A689-9594C44D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25264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0" name="object 380">
            <a:extLst xmlns:a="http://schemas.openxmlformats.org/drawingml/2006/main">
              <a:ext uri="{FF2B5EF4-FFF2-40B4-BE49-F238E27FC236}">
                <a16:creationId xmlns:a16="http://schemas.microsoft.com/office/drawing/2014/main" id="{543F0401-ECE8-4540-A632-2B1BF47C4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25264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2" name="object 382">
            <a:extLst xmlns:a="http://schemas.openxmlformats.org/drawingml/2006/main">
              <a:ext uri="{FF2B5EF4-FFF2-40B4-BE49-F238E27FC236}">
                <a16:creationId xmlns:a16="http://schemas.microsoft.com/office/drawing/2014/main" id="{4776D10E-7C2F-43F2-94E4-2B9874C0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3619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3" name="object 383">
            <a:extLst xmlns:a="http://schemas.openxmlformats.org/drawingml/2006/main">
              <a:ext uri="{FF2B5EF4-FFF2-40B4-BE49-F238E27FC236}">
                <a16:creationId xmlns:a16="http://schemas.microsoft.com/office/drawing/2014/main" id="{281F18E1-D573-4589-8B65-838121F3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3619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5" name="object 385">
            <a:extLst xmlns:a="http://schemas.openxmlformats.org/drawingml/2006/main">
              <a:ext uri="{FF2B5EF4-FFF2-40B4-BE49-F238E27FC236}">
                <a16:creationId xmlns:a16="http://schemas.microsoft.com/office/drawing/2014/main" id="{3FAC1EE0-68D1-4645-9724-BF674998F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4712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6" name="object 386">
            <a:extLst xmlns:a="http://schemas.openxmlformats.org/drawingml/2006/main">
              <a:ext uri="{FF2B5EF4-FFF2-40B4-BE49-F238E27FC236}">
                <a16:creationId xmlns:a16="http://schemas.microsoft.com/office/drawing/2014/main" id="{6068245D-8207-43FA-B71A-B280B6428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4712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8" name="object 388">
            <a:extLst xmlns:a="http://schemas.openxmlformats.org/drawingml/2006/main">
              <a:ext uri="{FF2B5EF4-FFF2-40B4-BE49-F238E27FC236}">
                <a16:creationId xmlns:a16="http://schemas.microsoft.com/office/drawing/2014/main" id="{FD8FB329-4CAA-43AE-BB22-14C4F33AA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5805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89" name="object 389">
            <a:extLst xmlns:a="http://schemas.openxmlformats.org/drawingml/2006/main">
              <a:ext uri="{FF2B5EF4-FFF2-40B4-BE49-F238E27FC236}">
                <a16:creationId xmlns:a16="http://schemas.microsoft.com/office/drawing/2014/main" id="{854D665F-8AD6-4BF1-B228-614D63443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5805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1" name="object 391">
            <a:extLst xmlns:a="http://schemas.openxmlformats.org/drawingml/2006/main">
              <a:ext uri="{FF2B5EF4-FFF2-40B4-BE49-F238E27FC236}">
                <a16:creationId xmlns:a16="http://schemas.microsoft.com/office/drawing/2014/main" id="{723AC744-E643-4EF2-86F7-669B77412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68982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2" name="object 392">
            <a:extLst xmlns:a="http://schemas.openxmlformats.org/drawingml/2006/main">
              <a:ext uri="{FF2B5EF4-FFF2-40B4-BE49-F238E27FC236}">
                <a16:creationId xmlns:a16="http://schemas.microsoft.com/office/drawing/2014/main" id="{AD59604B-6FF6-447D-93D6-5206B66E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68982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4" name="object 394">
            <a:extLst xmlns:a="http://schemas.openxmlformats.org/drawingml/2006/main">
              <a:ext uri="{FF2B5EF4-FFF2-40B4-BE49-F238E27FC236}">
                <a16:creationId xmlns:a16="http://schemas.microsoft.com/office/drawing/2014/main" id="{B5099657-3760-49E0-AB65-8C6CC064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79911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5" name="object 395">
            <a:extLst xmlns:a="http://schemas.openxmlformats.org/drawingml/2006/main">
              <a:ext uri="{FF2B5EF4-FFF2-40B4-BE49-F238E27FC236}">
                <a16:creationId xmlns:a16="http://schemas.microsoft.com/office/drawing/2014/main" id="{1864DADE-F723-4EC8-B677-717DF3A8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79911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7" name="object 397">
            <a:extLst xmlns:a="http://schemas.openxmlformats.org/drawingml/2006/main">
              <a:ext uri="{FF2B5EF4-FFF2-40B4-BE49-F238E27FC236}">
                <a16:creationId xmlns:a16="http://schemas.microsoft.com/office/drawing/2014/main" id="{C9B79818-8A1C-43D3-A197-09E8AC89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9084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98" name="object 398">
            <a:extLst xmlns:a="http://schemas.openxmlformats.org/drawingml/2006/main">
              <a:ext uri="{FF2B5EF4-FFF2-40B4-BE49-F238E27FC236}">
                <a16:creationId xmlns:a16="http://schemas.microsoft.com/office/drawing/2014/main" id="{80A31390-1EF7-4A27-B6D5-6DD86E39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59084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0" name="object 400">
            <a:extLst xmlns:a="http://schemas.openxmlformats.org/drawingml/2006/main">
              <a:ext uri="{FF2B5EF4-FFF2-40B4-BE49-F238E27FC236}">
                <a16:creationId xmlns:a16="http://schemas.microsoft.com/office/drawing/2014/main" id="{B3AF4CEC-4F11-44AD-A25C-0313523EB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01770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1" name="object 401">
            <a:extLst xmlns:a="http://schemas.openxmlformats.org/drawingml/2006/main">
              <a:ext uri="{FF2B5EF4-FFF2-40B4-BE49-F238E27FC236}">
                <a16:creationId xmlns:a16="http://schemas.microsoft.com/office/drawing/2014/main" id="{4E438A16-5573-4A0A-B806-A602D4C17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01770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3" name="object 403">
            <a:extLst xmlns:a="http://schemas.openxmlformats.org/drawingml/2006/main">
              <a:ext uri="{FF2B5EF4-FFF2-40B4-BE49-F238E27FC236}">
                <a16:creationId xmlns:a16="http://schemas.microsoft.com/office/drawing/2014/main" id="{69795FAD-28CF-4642-944F-84D1830A6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12699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4" name="object 404">
            <a:extLst xmlns:a="http://schemas.openxmlformats.org/drawingml/2006/main">
              <a:ext uri="{FF2B5EF4-FFF2-40B4-BE49-F238E27FC236}">
                <a16:creationId xmlns:a16="http://schemas.microsoft.com/office/drawing/2014/main" id="{AFBB5D48-D8FD-41E1-BEA3-9CCBDBC61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12699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6" name="object 406">
            <a:extLst xmlns:a="http://schemas.openxmlformats.org/drawingml/2006/main">
              <a:ext uri="{FF2B5EF4-FFF2-40B4-BE49-F238E27FC236}">
                <a16:creationId xmlns:a16="http://schemas.microsoft.com/office/drawing/2014/main" id="{81006F80-75D0-4A86-8B5D-A1291E14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23629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7" name="object 407">
            <a:extLst xmlns:a="http://schemas.openxmlformats.org/drawingml/2006/main">
              <a:ext uri="{FF2B5EF4-FFF2-40B4-BE49-F238E27FC236}">
                <a16:creationId xmlns:a16="http://schemas.microsoft.com/office/drawing/2014/main" id="{456BAD02-37D0-4424-9258-503D4D4F8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23629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9" name="object 409">
            <a:extLst xmlns:a="http://schemas.openxmlformats.org/drawingml/2006/main">
              <a:ext uri="{FF2B5EF4-FFF2-40B4-BE49-F238E27FC236}">
                <a16:creationId xmlns:a16="http://schemas.microsoft.com/office/drawing/2014/main" id="{6021D86A-424C-4C6F-AB0A-5E1C307A7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34558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0" name="object 410">
            <a:extLst xmlns:a="http://schemas.openxmlformats.org/drawingml/2006/main">
              <a:ext uri="{FF2B5EF4-FFF2-40B4-BE49-F238E27FC236}">
                <a16:creationId xmlns:a16="http://schemas.microsoft.com/office/drawing/2014/main" id="{3E1E76FC-A647-4561-A40B-35BFD2915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34558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2" name="object 412">
            <a:extLst xmlns:a="http://schemas.openxmlformats.org/drawingml/2006/main">
              <a:ext uri="{FF2B5EF4-FFF2-40B4-BE49-F238E27FC236}">
                <a16:creationId xmlns:a16="http://schemas.microsoft.com/office/drawing/2014/main" id="{FF916D39-8C88-427C-976B-EBEDCEF57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4548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3" name="object 413">
            <a:extLst xmlns:a="http://schemas.openxmlformats.org/drawingml/2006/main">
              <a:ext uri="{FF2B5EF4-FFF2-40B4-BE49-F238E27FC236}">
                <a16:creationId xmlns:a16="http://schemas.microsoft.com/office/drawing/2014/main" id="{BDAC4998-11A2-4B40-8676-9F879B69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4548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5" name="object 415">
            <a:extLst xmlns:a="http://schemas.openxmlformats.org/drawingml/2006/main">
              <a:ext uri="{FF2B5EF4-FFF2-40B4-BE49-F238E27FC236}">
                <a16:creationId xmlns:a16="http://schemas.microsoft.com/office/drawing/2014/main" id="{A1CB4D32-1BF2-47DA-8D6B-778B6AD72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56417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6" name="object 416">
            <a:extLst xmlns:a="http://schemas.openxmlformats.org/drawingml/2006/main">
              <a:ext uri="{FF2B5EF4-FFF2-40B4-BE49-F238E27FC236}">
                <a16:creationId xmlns:a16="http://schemas.microsoft.com/office/drawing/2014/main" id="{AD0D49E6-3DD9-4C21-B1D0-F504B4D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56417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8" name="object 418">
            <a:extLst xmlns:a="http://schemas.openxmlformats.org/drawingml/2006/main">
              <a:ext uri="{FF2B5EF4-FFF2-40B4-BE49-F238E27FC236}">
                <a16:creationId xmlns:a16="http://schemas.microsoft.com/office/drawing/2014/main" id="{B0F8A4D2-7E26-4D9F-8B7C-F57FE1235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67346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9" name="object 419">
            <a:extLst xmlns:a="http://schemas.openxmlformats.org/drawingml/2006/main">
              <a:ext uri="{FF2B5EF4-FFF2-40B4-BE49-F238E27FC236}">
                <a16:creationId xmlns:a16="http://schemas.microsoft.com/office/drawing/2014/main" id="{C001F8D4-FE72-4A3A-8614-B3A219E1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67346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1" name="object 421">
            <a:extLst xmlns:a="http://schemas.openxmlformats.org/drawingml/2006/main">
              <a:ext uri="{FF2B5EF4-FFF2-40B4-BE49-F238E27FC236}">
                <a16:creationId xmlns:a16="http://schemas.microsoft.com/office/drawing/2014/main" id="{D371D582-FC2A-4FB9-B7F2-D42760198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78276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2" name="object 422">
            <a:extLst xmlns:a="http://schemas.openxmlformats.org/drawingml/2006/main">
              <a:ext uri="{FF2B5EF4-FFF2-40B4-BE49-F238E27FC236}">
                <a16:creationId xmlns:a16="http://schemas.microsoft.com/office/drawing/2014/main" id="{95695072-C147-4A93-8A32-2FC52E702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78276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4" name="object 424">
            <a:extLst xmlns:a="http://schemas.openxmlformats.org/drawingml/2006/main">
              <a:ext uri="{FF2B5EF4-FFF2-40B4-BE49-F238E27FC236}">
                <a16:creationId xmlns:a16="http://schemas.microsoft.com/office/drawing/2014/main" id="{8F05DD2B-A9D7-419E-BF70-625919C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8920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5" name="object 425">
            <a:extLst xmlns:a="http://schemas.openxmlformats.org/drawingml/2006/main">
              <a:ext uri="{FF2B5EF4-FFF2-40B4-BE49-F238E27FC236}">
                <a16:creationId xmlns:a16="http://schemas.microsoft.com/office/drawing/2014/main" id="{DE0FD8B4-849B-49F8-9BE7-E548BF0E5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68920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7" name="object 427">
            <a:extLst xmlns:a="http://schemas.openxmlformats.org/drawingml/2006/main">
              <a:ext uri="{FF2B5EF4-FFF2-40B4-BE49-F238E27FC236}">
                <a16:creationId xmlns:a16="http://schemas.microsoft.com/office/drawing/2014/main" id="{A4C98AAC-B653-4C4F-8952-0059D242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0013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8" name="object 428">
            <a:extLst xmlns:a="http://schemas.openxmlformats.org/drawingml/2006/main">
              <a:ext uri="{FF2B5EF4-FFF2-40B4-BE49-F238E27FC236}">
                <a16:creationId xmlns:a16="http://schemas.microsoft.com/office/drawing/2014/main" id="{EFEF04CA-AE51-4489-B6A4-45B56B2F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0013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0" name="object 430">
            <a:extLst xmlns:a="http://schemas.openxmlformats.org/drawingml/2006/main">
              <a:ext uri="{FF2B5EF4-FFF2-40B4-BE49-F238E27FC236}">
                <a16:creationId xmlns:a16="http://schemas.microsoft.com/office/drawing/2014/main" id="{BC1CD1EF-2694-4B11-9498-A793DCF4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11064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1" name="object 431">
            <a:extLst xmlns:a="http://schemas.openxmlformats.org/drawingml/2006/main">
              <a:ext uri="{FF2B5EF4-FFF2-40B4-BE49-F238E27FC236}">
                <a16:creationId xmlns:a16="http://schemas.microsoft.com/office/drawing/2014/main" id="{1B2CDF4D-68CA-4C7B-B10C-3EB6D20DC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11064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3" name="object 433">
            <a:extLst xmlns:a="http://schemas.openxmlformats.org/drawingml/2006/main">
              <a:ext uri="{FF2B5EF4-FFF2-40B4-BE49-F238E27FC236}">
                <a16:creationId xmlns:a16="http://schemas.microsoft.com/office/drawing/2014/main" id="{AF3D09EA-9050-4BB5-BB39-73027054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21994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4" name="object 434">
            <a:extLst xmlns:a="http://schemas.openxmlformats.org/drawingml/2006/main">
              <a:ext uri="{FF2B5EF4-FFF2-40B4-BE49-F238E27FC236}">
                <a16:creationId xmlns:a16="http://schemas.microsoft.com/office/drawing/2014/main" id="{F3174359-A6C6-4E47-981F-0032D6123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21994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6" name="object 436">
            <a:extLst xmlns:a="http://schemas.openxmlformats.org/drawingml/2006/main">
              <a:ext uri="{FF2B5EF4-FFF2-40B4-BE49-F238E27FC236}">
                <a16:creationId xmlns:a16="http://schemas.microsoft.com/office/drawing/2014/main" id="{865712D2-FE40-472C-B742-CE919E61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3292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7" name="object 437">
            <a:extLst xmlns:a="http://schemas.openxmlformats.org/drawingml/2006/main">
              <a:ext uri="{FF2B5EF4-FFF2-40B4-BE49-F238E27FC236}">
                <a16:creationId xmlns:a16="http://schemas.microsoft.com/office/drawing/2014/main" id="{C03AE3EF-B242-4B7F-8399-563B6EF61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32923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9" name="object 439">
            <a:extLst xmlns:a="http://schemas.openxmlformats.org/drawingml/2006/main">
              <a:ext uri="{FF2B5EF4-FFF2-40B4-BE49-F238E27FC236}">
                <a16:creationId xmlns:a16="http://schemas.microsoft.com/office/drawing/2014/main" id="{DA74CEF5-7ADF-4A0A-A969-205DBED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4385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0" name="object 440">
            <a:extLst xmlns:a="http://schemas.openxmlformats.org/drawingml/2006/main">
              <a:ext uri="{FF2B5EF4-FFF2-40B4-BE49-F238E27FC236}">
                <a16:creationId xmlns:a16="http://schemas.microsoft.com/office/drawing/2014/main" id="{40D5CDD6-9304-47AF-9EA0-7F6584744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4385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2" name="object 442">
            <a:extLst xmlns:a="http://schemas.openxmlformats.org/drawingml/2006/main">
              <a:ext uri="{FF2B5EF4-FFF2-40B4-BE49-F238E27FC236}">
                <a16:creationId xmlns:a16="http://schemas.microsoft.com/office/drawing/2014/main" id="{A7659FCB-3600-4E9E-B74E-12A15358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5478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3" name="object 443">
            <a:extLst xmlns:a="http://schemas.openxmlformats.org/drawingml/2006/main">
              <a:ext uri="{FF2B5EF4-FFF2-40B4-BE49-F238E27FC236}">
                <a16:creationId xmlns:a16="http://schemas.microsoft.com/office/drawing/2014/main" id="{1A5B4CA1-D20D-42DD-BE9C-533D73A2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5478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5" name="object 445">
            <a:extLst xmlns:a="http://schemas.openxmlformats.org/drawingml/2006/main">
              <a:ext uri="{FF2B5EF4-FFF2-40B4-BE49-F238E27FC236}">
                <a16:creationId xmlns:a16="http://schemas.microsoft.com/office/drawing/2014/main" id="{F8F8904D-931C-47F9-8A04-0BA3F9083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65711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6" name="object 446">
            <a:extLst xmlns:a="http://schemas.openxmlformats.org/drawingml/2006/main">
              <a:ext uri="{FF2B5EF4-FFF2-40B4-BE49-F238E27FC236}">
                <a16:creationId xmlns:a16="http://schemas.microsoft.com/office/drawing/2014/main" id="{E1969A13-CD45-4B69-93A9-A67EFC448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65711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8" name="object 448">
            <a:extLst xmlns:a="http://schemas.openxmlformats.org/drawingml/2006/main">
              <a:ext uri="{FF2B5EF4-FFF2-40B4-BE49-F238E27FC236}">
                <a16:creationId xmlns:a16="http://schemas.microsoft.com/office/drawing/2014/main" id="{9CD0B4EA-9036-45D4-B35F-4432CECB7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76641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49" name="object 449">
            <a:extLst xmlns:a="http://schemas.openxmlformats.org/drawingml/2006/main">
              <a:ext uri="{FF2B5EF4-FFF2-40B4-BE49-F238E27FC236}">
                <a16:creationId xmlns:a16="http://schemas.microsoft.com/office/drawing/2014/main" id="{836C4C23-9724-4A1F-B92C-6E094A2A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76641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1" name="object 451">
            <a:extLst xmlns:a="http://schemas.openxmlformats.org/drawingml/2006/main">
              <a:ext uri="{FF2B5EF4-FFF2-40B4-BE49-F238E27FC236}">
                <a16:creationId xmlns:a16="http://schemas.microsoft.com/office/drawing/2014/main" id="{D7D28F26-68CD-4F65-9957-0F7857537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8757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2" name="object 452">
            <a:extLst xmlns:a="http://schemas.openxmlformats.org/drawingml/2006/main">
              <a:ext uri="{FF2B5EF4-FFF2-40B4-BE49-F238E27FC236}">
                <a16:creationId xmlns:a16="http://schemas.microsoft.com/office/drawing/2014/main" id="{65010D6E-1043-4FC7-8368-5C20AFE8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87570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4" name="object 454">
            <a:extLst xmlns:a="http://schemas.openxmlformats.org/drawingml/2006/main">
              <a:ext uri="{FF2B5EF4-FFF2-40B4-BE49-F238E27FC236}">
                <a16:creationId xmlns:a16="http://schemas.microsoft.com/office/drawing/2014/main" id="{4A885D55-B53A-4F08-AA09-C762C3FE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98500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5" name="object 455">
            <a:extLst xmlns:a="http://schemas.openxmlformats.org/drawingml/2006/main">
              <a:ext uri="{FF2B5EF4-FFF2-40B4-BE49-F238E27FC236}">
                <a16:creationId xmlns:a16="http://schemas.microsoft.com/office/drawing/2014/main" id="{5D11BD9C-3BD5-4D69-AA50-DBBD3D99D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798500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7" name="object 457">
            <a:extLst xmlns:a="http://schemas.openxmlformats.org/drawingml/2006/main">
              <a:ext uri="{FF2B5EF4-FFF2-40B4-BE49-F238E27FC236}">
                <a16:creationId xmlns:a16="http://schemas.microsoft.com/office/drawing/2014/main" id="{C4382E9E-1D85-41BB-8C8D-DD72FD6C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09429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58" name="object 458">
            <a:extLst xmlns:a="http://schemas.openxmlformats.org/drawingml/2006/main">
              <a:ext uri="{FF2B5EF4-FFF2-40B4-BE49-F238E27FC236}">
                <a16:creationId xmlns:a16="http://schemas.microsoft.com/office/drawing/2014/main" id="{DA1626A2-40C4-445C-B097-C24D10B92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09429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0" name="object 460">
            <a:extLst xmlns:a="http://schemas.openxmlformats.org/drawingml/2006/main">
              <a:ext uri="{FF2B5EF4-FFF2-40B4-BE49-F238E27FC236}">
                <a16:creationId xmlns:a16="http://schemas.microsoft.com/office/drawing/2014/main" id="{22D589DE-1759-43EC-97AA-67BB1DB10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20359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1" name="object 461">
            <a:extLst xmlns:a="http://schemas.openxmlformats.org/drawingml/2006/main">
              <a:ext uri="{FF2B5EF4-FFF2-40B4-BE49-F238E27FC236}">
                <a16:creationId xmlns:a16="http://schemas.microsoft.com/office/drawing/2014/main" id="{1DD512F8-571C-432E-B128-74F83F5D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20359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3" name="object 463">
            <a:extLst xmlns:a="http://schemas.openxmlformats.org/drawingml/2006/main">
              <a:ext uri="{FF2B5EF4-FFF2-40B4-BE49-F238E27FC236}">
                <a16:creationId xmlns:a16="http://schemas.microsoft.com/office/drawing/2014/main" id="{6A325E4F-4BAD-47C6-AC49-6ABC08FC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312885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4" name="object 464">
            <a:extLst xmlns:a="http://schemas.openxmlformats.org/drawingml/2006/main">
              <a:ext uri="{FF2B5EF4-FFF2-40B4-BE49-F238E27FC236}">
                <a16:creationId xmlns:a16="http://schemas.microsoft.com/office/drawing/2014/main" id="{B9C0F26F-B0AA-4AE9-881D-96E09CE8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312885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6" name="object 466">
            <a:extLst xmlns:a="http://schemas.openxmlformats.org/drawingml/2006/main">
              <a:ext uri="{FF2B5EF4-FFF2-40B4-BE49-F238E27FC236}">
                <a16:creationId xmlns:a16="http://schemas.microsoft.com/office/drawing/2014/main" id="{9F97ACCA-0BB1-4610-934A-F1429AF16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4221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7" name="object 467">
            <a:extLst xmlns:a="http://schemas.openxmlformats.org/drawingml/2006/main">
              <a:ext uri="{FF2B5EF4-FFF2-40B4-BE49-F238E27FC236}">
                <a16:creationId xmlns:a16="http://schemas.microsoft.com/office/drawing/2014/main" id="{DC57100C-499B-43EC-8E8C-984DB0406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42218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9" name="object 469">
            <a:extLst xmlns:a="http://schemas.openxmlformats.org/drawingml/2006/main">
              <a:ext uri="{FF2B5EF4-FFF2-40B4-BE49-F238E27FC236}">
                <a16:creationId xmlns:a16="http://schemas.microsoft.com/office/drawing/2014/main" id="{B9D3E856-EE15-4061-9F17-8A29F95B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53147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0" name="object 470">
            <a:extLst xmlns:a="http://schemas.openxmlformats.org/drawingml/2006/main">
              <a:ext uri="{FF2B5EF4-FFF2-40B4-BE49-F238E27FC236}">
                <a16:creationId xmlns:a16="http://schemas.microsoft.com/office/drawing/2014/main" id="{C91948D6-D2A5-4F2F-8A45-5A9A18B1C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53147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2" name="object 472">
            <a:extLst xmlns:a="http://schemas.openxmlformats.org/drawingml/2006/main">
              <a:ext uri="{FF2B5EF4-FFF2-40B4-BE49-F238E27FC236}">
                <a16:creationId xmlns:a16="http://schemas.microsoft.com/office/drawing/2014/main" id="{0C0752F7-EE95-4838-AA45-F9B66DD74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64076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3" name="object 473">
            <a:extLst xmlns:a="http://schemas.openxmlformats.org/drawingml/2006/main">
              <a:ext uri="{FF2B5EF4-FFF2-40B4-BE49-F238E27FC236}">
                <a16:creationId xmlns:a16="http://schemas.microsoft.com/office/drawing/2014/main" id="{079BAA48-348C-4AC5-92A8-22DEB3FDE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64076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5" name="object 475">
            <a:extLst xmlns:a="http://schemas.openxmlformats.org/drawingml/2006/main">
              <a:ext uri="{FF2B5EF4-FFF2-40B4-BE49-F238E27FC236}">
                <a16:creationId xmlns:a16="http://schemas.microsoft.com/office/drawing/2014/main" id="{F233EDCD-EC1C-47F6-BB62-3BBE07CD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75006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6" name="object 476">
            <a:extLst xmlns:a="http://schemas.openxmlformats.org/drawingml/2006/main">
              <a:ext uri="{FF2B5EF4-FFF2-40B4-BE49-F238E27FC236}">
                <a16:creationId xmlns:a16="http://schemas.microsoft.com/office/drawing/2014/main" id="{149E5339-B4D4-43B5-9A83-8789B9F88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750063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8" name="object 478">
            <a:extLst xmlns:a="http://schemas.openxmlformats.org/drawingml/2006/main">
              <a:ext uri="{FF2B5EF4-FFF2-40B4-BE49-F238E27FC236}">
                <a16:creationId xmlns:a16="http://schemas.microsoft.com/office/drawing/2014/main" id="{CA823B62-A5BA-4822-A621-329F6D158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8593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79" name="object 479">
            <a:extLst xmlns:a="http://schemas.openxmlformats.org/drawingml/2006/main">
              <a:ext uri="{FF2B5EF4-FFF2-40B4-BE49-F238E27FC236}">
                <a16:creationId xmlns:a16="http://schemas.microsoft.com/office/drawing/2014/main" id="{66E01914-D8E1-423A-89FC-E15FF845E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859358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1" name="object 481">
            <a:extLst xmlns:a="http://schemas.openxmlformats.org/drawingml/2006/main">
              <a:ext uri="{FF2B5EF4-FFF2-40B4-BE49-F238E27FC236}">
                <a16:creationId xmlns:a16="http://schemas.microsoft.com/office/drawing/2014/main" id="{D1229A66-96D1-48CE-BC4D-E84D71B2B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9686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2" name="object 482">
            <a:extLst xmlns:a="http://schemas.openxmlformats.org/drawingml/2006/main">
              <a:ext uri="{FF2B5EF4-FFF2-40B4-BE49-F238E27FC236}">
                <a16:creationId xmlns:a16="http://schemas.microsoft.com/office/drawing/2014/main" id="{4B7D9572-5882-4FBF-9860-E7DD22F5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8968652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4" name="object 484">
            <a:extLst xmlns:a="http://schemas.openxmlformats.org/drawingml/2006/main">
              <a:ext uri="{FF2B5EF4-FFF2-40B4-BE49-F238E27FC236}">
                <a16:creationId xmlns:a16="http://schemas.microsoft.com/office/drawing/2014/main" id="{8CBE7512-D306-469B-A543-3D0151F96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07794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5" name="object 485">
            <a:extLst xmlns:a="http://schemas.openxmlformats.org/drawingml/2006/main">
              <a:ext uri="{FF2B5EF4-FFF2-40B4-BE49-F238E27FC236}">
                <a16:creationId xmlns:a16="http://schemas.microsoft.com/office/drawing/2014/main" id="{3CC2B66F-C2BD-436B-A213-487F50656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077946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7" name="object 487">
            <a:extLst xmlns:a="http://schemas.openxmlformats.org/drawingml/2006/main">
              <a:ext uri="{FF2B5EF4-FFF2-40B4-BE49-F238E27FC236}">
                <a16:creationId xmlns:a16="http://schemas.microsoft.com/office/drawing/2014/main" id="{D067915C-6A86-4920-AB9A-A63A04B3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18724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4"/>
                </a:lnTo>
                <a:lnTo>
                  <a:pt x="5344" y="5344"/>
                </a:lnTo>
                <a:lnTo>
                  <a:pt x="1434" y="11135"/>
                </a:lnTo>
                <a:lnTo>
                  <a:pt x="0" y="18215"/>
                </a:lnTo>
                <a:lnTo>
                  <a:pt x="1434" y="25295"/>
                </a:lnTo>
                <a:lnTo>
                  <a:pt x="5344" y="31086"/>
                </a:lnTo>
                <a:lnTo>
                  <a:pt x="11135" y="34996"/>
                </a:lnTo>
                <a:lnTo>
                  <a:pt x="18215" y="36431"/>
                </a:lnTo>
                <a:lnTo>
                  <a:pt x="25295" y="34996"/>
                </a:lnTo>
                <a:lnTo>
                  <a:pt x="31086" y="31086"/>
                </a:lnTo>
                <a:lnTo>
                  <a:pt x="34996" y="25295"/>
                </a:lnTo>
                <a:lnTo>
                  <a:pt x="36431" y="18215"/>
                </a:lnTo>
                <a:lnTo>
                  <a:pt x="34996" y="11135"/>
                </a:lnTo>
                <a:lnTo>
                  <a:pt x="31086" y="5344"/>
                </a:lnTo>
                <a:lnTo>
                  <a:pt x="25295" y="1434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88" name="object 488">
            <a:extLst xmlns:a="http://schemas.openxmlformats.org/drawingml/2006/main">
              <a:ext uri="{FF2B5EF4-FFF2-40B4-BE49-F238E27FC236}">
                <a16:creationId xmlns:a16="http://schemas.microsoft.com/office/drawing/2014/main" id="{53E28B34-744B-4CE9-9256-6A33F46EF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187241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35"/>
                </a:lnTo>
                <a:lnTo>
                  <a:pt x="5344" y="5344"/>
                </a:lnTo>
                <a:lnTo>
                  <a:pt x="11135" y="1434"/>
                </a:lnTo>
                <a:lnTo>
                  <a:pt x="18215" y="0"/>
                </a:lnTo>
                <a:lnTo>
                  <a:pt x="25295" y="1434"/>
                </a:lnTo>
                <a:lnTo>
                  <a:pt x="31086" y="5344"/>
                </a:lnTo>
                <a:lnTo>
                  <a:pt x="34996" y="11135"/>
                </a:lnTo>
                <a:lnTo>
                  <a:pt x="36431" y="18215"/>
                </a:lnTo>
                <a:lnTo>
                  <a:pt x="34996" y="25295"/>
                </a:lnTo>
                <a:lnTo>
                  <a:pt x="31086" y="31086"/>
                </a:lnTo>
                <a:lnTo>
                  <a:pt x="25295" y="34996"/>
                </a:lnTo>
                <a:lnTo>
                  <a:pt x="18215" y="36431"/>
                </a:lnTo>
                <a:lnTo>
                  <a:pt x="11135" y="34996"/>
                </a:lnTo>
                <a:lnTo>
                  <a:pt x="5344" y="31086"/>
                </a:lnTo>
                <a:lnTo>
                  <a:pt x="1434" y="25295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0" name="object 490">
            <a:extLst xmlns:a="http://schemas.openxmlformats.org/drawingml/2006/main">
              <a:ext uri="{FF2B5EF4-FFF2-40B4-BE49-F238E27FC236}">
                <a16:creationId xmlns:a16="http://schemas.microsoft.com/office/drawing/2014/main" id="{A692228D-AAE9-4511-8710-AEFE5ECA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296535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1"/>
                </a:lnTo>
                <a:lnTo>
                  <a:pt x="5344" y="5335"/>
                </a:lnTo>
                <a:lnTo>
                  <a:pt x="1434" y="11125"/>
                </a:lnTo>
                <a:lnTo>
                  <a:pt x="0" y="18215"/>
                </a:lnTo>
                <a:lnTo>
                  <a:pt x="1434" y="25306"/>
                </a:lnTo>
                <a:lnTo>
                  <a:pt x="5344" y="31096"/>
                </a:lnTo>
                <a:lnTo>
                  <a:pt x="11135" y="35000"/>
                </a:lnTo>
                <a:lnTo>
                  <a:pt x="18215" y="36431"/>
                </a:lnTo>
                <a:lnTo>
                  <a:pt x="25295" y="35000"/>
                </a:lnTo>
                <a:lnTo>
                  <a:pt x="31086" y="31096"/>
                </a:lnTo>
                <a:lnTo>
                  <a:pt x="34996" y="25306"/>
                </a:lnTo>
                <a:lnTo>
                  <a:pt x="36431" y="18215"/>
                </a:lnTo>
                <a:lnTo>
                  <a:pt x="34996" y="11125"/>
                </a:lnTo>
                <a:lnTo>
                  <a:pt x="31086" y="5335"/>
                </a:lnTo>
                <a:lnTo>
                  <a:pt x="25295" y="1431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1" name="object 491">
            <a:extLst xmlns:a="http://schemas.openxmlformats.org/drawingml/2006/main">
              <a:ext uri="{FF2B5EF4-FFF2-40B4-BE49-F238E27FC236}">
                <a16:creationId xmlns:a16="http://schemas.microsoft.com/office/drawing/2014/main" id="{A429C972-D7DF-4A4F-80B3-BB618311D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296535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25"/>
                </a:lnTo>
                <a:lnTo>
                  <a:pt x="5344" y="5335"/>
                </a:lnTo>
                <a:lnTo>
                  <a:pt x="11135" y="1431"/>
                </a:lnTo>
                <a:lnTo>
                  <a:pt x="18215" y="0"/>
                </a:lnTo>
                <a:lnTo>
                  <a:pt x="25295" y="1431"/>
                </a:lnTo>
                <a:lnTo>
                  <a:pt x="31086" y="5335"/>
                </a:lnTo>
                <a:lnTo>
                  <a:pt x="34996" y="11125"/>
                </a:lnTo>
                <a:lnTo>
                  <a:pt x="36431" y="18215"/>
                </a:lnTo>
                <a:lnTo>
                  <a:pt x="34996" y="25306"/>
                </a:lnTo>
                <a:lnTo>
                  <a:pt x="31086" y="31096"/>
                </a:lnTo>
                <a:lnTo>
                  <a:pt x="25295" y="35000"/>
                </a:lnTo>
                <a:lnTo>
                  <a:pt x="18215" y="36431"/>
                </a:lnTo>
                <a:lnTo>
                  <a:pt x="11135" y="35000"/>
                </a:lnTo>
                <a:lnTo>
                  <a:pt x="5344" y="31096"/>
                </a:lnTo>
                <a:lnTo>
                  <a:pt x="1434" y="25306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3" name="object 493">
            <a:extLst xmlns:a="http://schemas.openxmlformats.org/drawingml/2006/main">
              <a:ext uri="{FF2B5EF4-FFF2-40B4-BE49-F238E27FC236}">
                <a16:creationId xmlns:a16="http://schemas.microsoft.com/office/drawing/2014/main" id="{EF242D97-21E4-495C-B4E7-FE91D5BE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4058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1"/>
                </a:lnTo>
                <a:lnTo>
                  <a:pt x="5344" y="5335"/>
                </a:lnTo>
                <a:lnTo>
                  <a:pt x="1434" y="11125"/>
                </a:lnTo>
                <a:lnTo>
                  <a:pt x="0" y="18215"/>
                </a:lnTo>
                <a:lnTo>
                  <a:pt x="1434" y="25306"/>
                </a:lnTo>
                <a:lnTo>
                  <a:pt x="5344" y="31096"/>
                </a:lnTo>
                <a:lnTo>
                  <a:pt x="11135" y="35000"/>
                </a:lnTo>
                <a:lnTo>
                  <a:pt x="18215" y="36431"/>
                </a:lnTo>
                <a:lnTo>
                  <a:pt x="25295" y="35000"/>
                </a:lnTo>
                <a:lnTo>
                  <a:pt x="31086" y="31096"/>
                </a:lnTo>
                <a:lnTo>
                  <a:pt x="34996" y="25306"/>
                </a:lnTo>
                <a:lnTo>
                  <a:pt x="36431" y="18215"/>
                </a:lnTo>
                <a:lnTo>
                  <a:pt x="34996" y="11125"/>
                </a:lnTo>
                <a:lnTo>
                  <a:pt x="31086" y="5335"/>
                </a:lnTo>
                <a:lnTo>
                  <a:pt x="25295" y="1431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4" name="object 494">
            <a:extLst xmlns:a="http://schemas.openxmlformats.org/drawingml/2006/main">
              <a:ext uri="{FF2B5EF4-FFF2-40B4-BE49-F238E27FC236}">
                <a16:creationId xmlns:a16="http://schemas.microsoft.com/office/drawing/2014/main" id="{720B4F65-3130-4370-A006-19A44195D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405830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25"/>
                </a:lnTo>
                <a:lnTo>
                  <a:pt x="5344" y="5335"/>
                </a:lnTo>
                <a:lnTo>
                  <a:pt x="11135" y="1431"/>
                </a:lnTo>
                <a:lnTo>
                  <a:pt x="18215" y="0"/>
                </a:lnTo>
                <a:lnTo>
                  <a:pt x="25295" y="1431"/>
                </a:lnTo>
                <a:lnTo>
                  <a:pt x="31086" y="5335"/>
                </a:lnTo>
                <a:lnTo>
                  <a:pt x="34996" y="11125"/>
                </a:lnTo>
                <a:lnTo>
                  <a:pt x="36431" y="18215"/>
                </a:lnTo>
                <a:lnTo>
                  <a:pt x="34996" y="25306"/>
                </a:lnTo>
                <a:lnTo>
                  <a:pt x="31086" y="31096"/>
                </a:lnTo>
                <a:lnTo>
                  <a:pt x="25295" y="35000"/>
                </a:lnTo>
                <a:lnTo>
                  <a:pt x="18215" y="36431"/>
                </a:lnTo>
                <a:lnTo>
                  <a:pt x="11135" y="35000"/>
                </a:lnTo>
                <a:lnTo>
                  <a:pt x="5344" y="31096"/>
                </a:lnTo>
                <a:lnTo>
                  <a:pt x="1434" y="25306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6" name="object 496">
            <a:extLst xmlns:a="http://schemas.openxmlformats.org/drawingml/2006/main">
              <a:ext uri="{FF2B5EF4-FFF2-40B4-BE49-F238E27FC236}">
                <a16:creationId xmlns:a16="http://schemas.microsoft.com/office/drawing/2014/main" id="{3C7F72F4-12E1-4376-8EDE-A7BAF346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5151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1"/>
                </a:lnTo>
                <a:lnTo>
                  <a:pt x="5344" y="5335"/>
                </a:lnTo>
                <a:lnTo>
                  <a:pt x="1434" y="11125"/>
                </a:lnTo>
                <a:lnTo>
                  <a:pt x="0" y="18215"/>
                </a:lnTo>
                <a:lnTo>
                  <a:pt x="1434" y="25306"/>
                </a:lnTo>
                <a:lnTo>
                  <a:pt x="5344" y="31096"/>
                </a:lnTo>
                <a:lnTo>
                  <a:pt x="11135" y="35000"/>
                </a:lnTo>
                <a:lnTo>
                  <a:pt x="18215" y="36431"/>
                </a:lnTo>
                <a:lnTo>
                  <a:pt x="25295" y="35000"/>
                </a:lnTo>
                <a:lnTo>
                  <a:pt x="31086" y="31096"/>
                </a:lnTo>
                <a:lnTo>
                  <a:pt x="34996" y="25306"/>
                </a:lnTo>
                <a:lnTo>
                  <a:pt x="36431" y="18215"/>
                </a:lnTo>
                <a:lnTo>
                  <a:pt x="34996" y="11125"/>
                </a:lnTo>
                <a:lnTo>
                  <a:pt x="31086" y="5335"/>
                </a:lnTo>
                <a:lnTo>
                  <a:pt x="25295" y="1431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7" name="object 497">
            <a:extLst xmlns:a="http://schemas.openxmlformats.org/drawingml/2006/main">
              <a:ext uri="{FF2B5EF4-FFF2-40B4-BE49-F238E27FC236}">
                <a16:creationId xmlns:a16="http://schemas.microsoft.com/office/drawing/2014/main" id="{7E5548F4-5ACA-4F53-884A-919985F37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515124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25"/>
                </a:lnTo>
                <a:lnTo>
                  <a:pt x="5344" y="5335"/>
                </a:lnTo>
                <a:lnTo>
                  <a:pt x="11135" y="1431"/>
                </a:lnTo>
                <a:lnTo>
                  <a:pt x="18215" y="0"/>
                </a:lnTo>
                <a:lnTo>
                  <a:pt x="25295" y="1431"/>
                </a:lnTo>
                <a:lnTo>
                  <a:pt x="31086" y="5335"/>
                </a:lnTo>
                <a:lnTo>
                  <a:pt x="34996" y="11125"/>
                </a:lnTo>
                <a:lnTo>
                  <a:pt x="36431" y="18215"/>
                </a:lnTo>
                <a:lnTo>
                  <a:pt x="34996" y="25306"/>
                </a:lnTo>
                <a:lnTo>
                  <a:pt x="31086" y="31096"/>
                </a:lnTo>
                <a:lnTo>
                  <a:pt x="25295" y="35000"/>
                </a:lnTo>
                <a:lnTo>
                  <a:pt x="18215" y="36431"/>
                </a:lnTo>
                <a:lnTo>
                  <a:pt x="11135" y="35000"/>
                </a:lnTo>
                <a:lnTo>
                  <a:pt x="5344" y="31096"/>
                </a:lnTo>
                <a:lnTo>
                  <a:pt x="1434" y="25306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99" name="object 499">
            <a:extLst xmlns:a="http://schemas.openxmlformats.org/drawingml/2006/main">
              <a:ext uri="{FF2B5EF4-FFF2-40B4-BE49-F238E27FC236}">
                <a16:creationId xmlns:a16="http://schemas.microsoft.com/office/drawing/2014/main" id="{0E5E5C1C-BC29-48AD-A884-D27B7CBA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624419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18215" y="0"/>
                </a:moveTo>
                <a:lnTo>
                  <a:pt x="11135" y="1431"/>
                </a:lnTo>
                <a:lnTo>
                  <a:pt x="5344" y="5335"/>
                </a:lnTo>
                <a:lnTo>
                  <a:pt x="1434" y="11125"/>
                </a:lnTo>
                <a:lnTo>
                  <a:pt x="0" y="18215"/>
                </a:lnTo>
                <a:lnTo>
                  <a:pt x="1434" y="25306"/>
                </a:lnTo>
                <a:lnTo>
                  <a:pt x="5344" y="31096"/>
                </a:lnTo>
                <a:lnTo>
                  <a:pt x="11135" y="35000"/>
                </a:lnTo>
                <a:lnTo>
                  <a:pt x="18215" y="36431"/>
                </a:lnTo>
                <a:lnTo>
                  <a:pt x="25295" y="35000"/>
                </a:lnTo>
                <a:lnTo>
                  <a:pt x="31086" y="31096"/>
                </a:lnTo>
                <a:lnTo>
                  <a:pt x="34996" y="25306"/>
                </a:lnTo>
                <a:lnTo>
                  <a:pt x="36431" y="18215"/>
                </a:lnTo>
                <a:lnTo>
                  <a:pt x="34996" y="11125"/>
                </a:lnTo>
                <a:lnTo>
                  <a:pt x="31086" y="5335"/>
                </a:lnTo>
                <a:lnTo>
                  <a:pt x="25295" y="1431"/>
                </a:lnTo>
                <a:lnTo>
                  <a:pt x="18215" y="0"/>
                </a:lnTo>
                <a:close/>
              </a:path>
            </a:pathLst>
          </a:custGeom>
          <a:solidFill xmlns:a="http://schemas.openxmlformats.org/drawingml/2006/main">
            <a:srgbClr val="D0D4DD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0" name="object 500">
            <a:extLst xmlns:a="http://schemas.openxmlformats.org/drawingml/2006/main">
              <a:ext uri="{FF2B5EF4-FFF2-40B4-BE49-F238E27FC236}">
                <a16:creationId xmlns:a16="http://schemas.microsoft.com/office/drawing/2014/main" id="{4882C33F-954E-4CB9-B64B-E675A1C9B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142909" y="19624419"/>
            <a:ext cx="36830" cy="36830"/>
          </a:xfrm>
          <a:custGeom xmlns:a="http://schemas.openxmlformats.org/drawingml/2006/main">
            <a:rect l="l" t="t" r="r" b="b"/>
            <a:pathLst>
              <a:path w="36829" h="36830">
                <a:moveTo>
                  <a:pt x="0" y="18215"/>
                </a:moveTo>
                <a:lnTo>
                  <a:pt x="1434" y="11125"/>
                </a:lnTo>
                <a:lnTo>
                  <a:pt x="5344" y="5335"/>
                </a:lnTo>
                <a:lnTo>
                  <a:pt x="11135" y="1431"/>
                </a:lnTo>
                <a:lnTo>
                  <a:pt x="18215" y="0"/>
                </a:lnTo>
                <a:lnTo>
                  <a:pt x="25295" y="1431"/>
                </a:lnTo>
                <a:lnTo>
                  <a:pt x="31086" y="5335"/>
                </a:lnTo>
                <a:lnTo>
                  <a:pt x="34996" y="11125"/>
                </a:lnTo>
                <a:lnTo>
                  <a:pt x="36431" y="18215"/>
                </a:lnTo>
                <a:lnTo>
                  <a:pt x="34996" y="25306"/>
                </a:lnTo>
                <a:lnTo>
                  <a:pt x="31086" y="31096"/>
                </a:lnTo>
                <a:lnTo>
                  <a:pt x="25295" y="35000"/>
                </a:lnTo>
                <a:lnTo>
                  <a:pt x="18215" y="36431"/>
                </a:lnTo>
                <a:lnTo>
                  <a:pt x="11135" y="35000"/>
                </a:lnTo>
                <a:lnTo>
                  <a:pt x="5344" y="31096"/>
                </a:lnTo>
                <a:lnTo>
                  <a:pt x="1434" y="25306"/>
                </a:lnTo>
                <a:lnTo>
                  <a:pt x="0" y="18215"/>
                </a:lnTo>
                <a:close/>
              </a:path>
            </a:pathLst>
          </a:custGeom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1" name="object 501">
            <a:extLst xmlns:a="http://schemas.openxmlformats.org/drawingml/2006/main">
              <a:ext uri="{FF2B5EF4-FFF2-40B4-BE49-F238E27FC236}">
                <a16:creationId xmlns:a16="http://schemas.microsoft.com/office/drawing/2014/main" id="{B3989298-4BCC-4DD4-B78B-1B29E6D70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19703353"/>
            <a:ext cx="14202410" cy="401320"/>
          </a:xfrm>
          <a:custGeom xmlns:a="http://schemas.openxmlformats.org/drawingml/2006/main">
            <a:rect l="l" t="t" r="r" b="b"/>
            <a:pathLst>
              <a:path w="14202410" h="401319">
                <a:moveTo>
                  <a:pt x="14202202" y="0"/>
                </a:moveTo>
                <a:lnTo>
                  <a:pt x="0" y="0"/>
                </a:lnTo>
                <a:lnTo>
                  <a:pt x="0" y="400746"/>
                </a:lnTo>
                <a:lnTo>
                  <a:pt x="14202202" y="400746"/>
                </a:lnTo>
                <a:lnTo>
                  <a:pt x="14202202" y="0"/>
                </a:lnTo>
                <a:close/>
              </a:path>
            </a:pathLst>
          </a:custGeom>
          <a:solidFill xmlns:a="http://schemas.openxmlformats.org/drawingml/2006/main">
            <a:srgbClr val="C41324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02" name="object 502">
            <a:extLst xmlns:a="http://schemas.openxmlformats.org/drawingml/2006/main">
              <a:ext uri="{FF2B5EF4-FFF2-40B4-BE49-F238E27FC236}">
                <a16:creationId xmlns:a16="http://schemas.microsoft.com/office/drawing/2014/main" id="{0DD3D675-F652-456F-956A-A00995A8B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16" y="1627524"/>
            <a:ext cx="4883150" cy="1021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  <a:tabLst>
                <a:tab pos="486981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PROBLEM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  <a:p xmlns:a="http://schemas.openxmlformats.org/drawingml/2006/main">
            <a:pPr marL="73025" marR="302260">
              <a:lnSpc>
                <a:spcPct val="119500"/>
              </a:lnSpc>
              <a:spcBef>
                <a:spcPts val="755"/>
              </a:spcBef>
              <a:buNone/>
            </a:pP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Bitcoin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direction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forecasting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not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one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prediction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problem.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choice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changes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signal-to-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noise</a:t>
            </a:r>
            <a:r>
              <a:rPr sz="12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ratio,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effective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sample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size,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and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type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downstream</a:t>
            </a:r>
            <a:r>
              <a:rPr sz="12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decision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model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must</a:t>
            </a:r>
            <a:r>
              <a:rPr sz="12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support:</a:t>
            </a:r>
            <a:endParaRPr sz="1200">
              <a:latin typeface="Arial MT"/>
              <a:ea typeface="Arial MT"/>
              <a:cs typeface="Arial MT"/>
            </a:endParaRPr>
          </a:p>
        </p:txBody>
      </p:sp>
      <p:sp>
        <p:nvSpPr>
          <p:cNvPr id="503" name="object 503">
            <a:extLst xmlns:a="http://schemas.openxmlformats.org/drawingml/2006/main">
              <a:ext uri="{FF2B5EF4-FFF2-40B4-BE49-F238E27FC236}">
                <a16:creationId xmlns:a16="http://schemas.microsoft.com/office/drawing/2014/main" id="{B8A4957F-801D-4D26-93DB-3F5BEF299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36" y="2656072"/>
            <a:ext cx="4511040" cy="185038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240029" marR="5080" indent="-227965">
              <a:lnSpc>
                <a:spcPct val="119500"/>
              </a:lnSpc>
              <a:spcBef>
                <a:spcPts val="100"/>
              </a:spcBef>
              <a:buChar char="•"/>
              <a:tabLst>
                <a:tab pos="240029" algn="l"/>
              </a:tabLst>
            </a:pP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Short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horizons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(5-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min)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dominated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by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micro-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movements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and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rapid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reversals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where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gains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above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chance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are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modest.</a:t>
            </a:r>
            <a:endParaRPr sz="12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marR="299720" indent="-227965">
              <a:lnSpc>
                <a:spcPct val="119500"/>
              </a:lnSpc>
              <a:spcBef>
                <a:spcPts val="200"/>
              </a:spcBef>
              <a:buChar char="•"/>
              <a:tabLst>
                <a:tab pos="240029" algn="l"/>
              </a:tabLst>
            </a:pP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Medium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horizons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(1-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hour)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reduce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noise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but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still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require</a:t>
            </a:r>
            <a:r>
              <a:rPr sz="12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fast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12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changing</a:t>
            </a:r>
            <a:r>
              <a:rPr sz="12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local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conditions.</a:t>
            </a:r>
            <a:endParaRPr sz="12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marR="130810" indent="-227965">
              <a:lnSpc>
                <a:spcPct val="119500"/>
              </a:lnSpc>
              <a:spcBef>
                <a:spcPts val="200"/>
              </a:spcBef>
              <a:buChar char="•"/>
              <a:tabLst>
                <a:tab pos="240029" algn="l"/>
              </a:tabLst>
            </a:pP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Long</a:t>
            </a:r>
            <a:r>
              <a:rPr sz="12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horizons</a:t>
            </a:r>
            <a:r>
              <a:rPr sz="12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(1-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day) require</a:t>
            </a:r>
            <a:r>
              <a:rPr sz="12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multi-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bar</a:t>
            </a:r>
            <a:r>
              <a:rPr sz="12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path</a:t>
            </a:r>
            <a:r>
              <a:rPr sz="12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consistency</a:t>
            </a:r>
            <a:r>
              <a:rPr sz="12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over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fewer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evaluation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points.</a:t>
            </a:r>
            <a:endParaRPr sz="12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marR="267970" indent="-227965">
              <a:lnSpc>
                <a:spcPct val="119500"/>
              </a:lnSpc>
              <a:spcBef>
                <a:spcPts val="200"/>
              </a:spcBef>
              <a:buChar char="•"/>
              <a:tabLst>
                <a:tab pos="240029" algn="l"/>
              </a:tabLst>
            </a:pP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1200" spc="-8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single</a:t>
            </a:r>
            <a:r>
              <a:rPr sz="1200" spc="-6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2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strategy</a:t>
            </a:r>
            <a:r>
              <a:rPr sz="12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cannot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optimally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serve</a:t>
            </a:r>
            <a:r>
              <a:rPr sz="12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all</a:t>
            </a:r>
            <a:r>
              <a:rPr sz="12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three </a:t>
            </a:r>
            <a:r>
              <a:rPr sz="12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regimes</a:t>
            </a:r>
            <a:r>
              <a:rPr sz="12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simultaneously.</a:t>
            </a:r>
            <a:endParaRPr sz="1200">
              <a:latin typeface="Arial MT"/>
              <a:ea typeface="Arial MT"/>
              <a:cs typeface="Arial MT"/>
            </a:endParaRPr>
          </a:p>
        </p:txBody>
      </p:sp>
      <p:sp>
        <p:nvSpPr>
          <p:cNvPr id="504" name="object 504">
            <a:extLst xmlns:a="http://schemas.openxmlformats.org/drawingml/2006/main">
              <a:ext uri="{FF2B5EF4-FFF2-40B4-BE49-F238E27FC236}">
                <a16:creationId xmlns:a16="http://schemas.microsoft.com/office/drawing/2014/main" id="{D668AB7C-2F64-4971-8811-B7884C5B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16" y="4754931"/>
            <a:ext cx="4883150" cy="19386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486981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SOLUTION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  <a:p xmlns:a="http://schemas.openxmlformats.org/drawingml/2006/main">
            <a:pPr marL="73025" marR="78105">
              <a:lnSpc>
                <a:spcPct val="122600"/>
              </a:lnSpc>
              <a:spcBef>
                <a:spcPts val="730"/>
              </a:spcBef>
              <a:buNone/>
            </a:pP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Using</a:t>
            </a:r>
            <a:r>
              <a:rPr sz="1300" spc="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Kronos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financial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foundation</a:t>
            </a:r>
            <a:r>
              <a:rPr sz="1300" spc="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model,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we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evaluate</a:t>
            </a:r>
            <a:r>
              <a:rPr sz="1300" spc="6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three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distinct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strategies</a:t>
            </a:r>
            <a:r>
              <a:rPr sz="1300" spc="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</a:t>
            </a:r>
            <a:r>
              <a:rPr sz="1300" spc="7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one</a:t>
            </a:r>
            <a:r>
              <a:rPr sz="1300" spc="6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per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forecasting</a:t>
            </a:r>
            <a:r>
              <a:rPr sz="1300" spc="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select</a:t>
            </a:r>
            <a:r>
              <a:rPr sz="1300" spc="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strongest</a:t>
            </a:r>
            <a:r>
              <a:rPr sz="1300" spc="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deployment</a:t>
            </a:r>
            <a:r>
              <a:rPr sz="1300" spc="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candidate</a:t>
            </a:r>
            <a:r>
              <a:rPr sz="1300" spc="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at</a:t>
            </a:r>
            <a:r>
              <a:rPr sz="1300" spc="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each</a:t>
            </a:r>
            <a:r>
              <a:rPr sz="1300" spc="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interval.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result</a:t>
            </a:r>
            <a:r>
              <a:rPr sz="1300" spc="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1300" spc="7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an</a:t>
            </a:r>
            <a:r>
              <a:rPr sz="1300" spc="6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interval-aware</a:t>
            </a:r>
            <a:r>
              <a:rPr sz="1300" spc="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framework</a:t>
            </a:r>
            <a:r>
              <a:rPr sz="1300" spc="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that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explicitly</a:t>
            </a:r>
            <a:r>
              <a:rPr sz="1300" spc="5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matches</a:t>
            </a:r>
            <a:r>
              <a:rPr sz="1300" spc="5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300" spc="6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300" spc="6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mechanism</a:t>
            </a:r>
            <a:r>
              <a:rPr sz="1300" spc="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1300" spc="6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300" spc="7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forecasting</a:t>
            </a:r>
            <a:r>
              <a:rPr sz="1300" spc="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3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regime.</a:t>
            </a:r>
            <a:endParaRPr sz="13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2700">
              <a:lnSpc>
                <a:spcPct val="100000"/>
              </a:lnSpc>
              <a:spcBef>
                <a:spcPts val="940"/>
              </a:spcBef>
              <a:buNone/>
              <a:tabLst>
                <a:tab pos="486981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SYSTEM</a:t>
            </a:r>
            <a:r>
              <a:rPr sz="1600" b="1" u="sng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914" name="object 50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a08026af0c46d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12516" y="6770181"/>
            <a:ext cx="4857529" cy="3400270"/>
          </a:xfrm>
          <a:prstGeom xmlns:a="http://schemas.openxmlformats.org/drawingml/2006/main" prst="rect">
            <a:avLst/>
          </a:prstGeom>
        </p:spPr>
      </p:pic>
      <p:sp>
        <p:nvSpPr>
          <p:cNvPr id="506" name="object 506">
            <a:extLst xmlns:a="http://schemas.openxmlformats.org/drawingml/2006/main">
              <a:ext uri="{FF2B5EF4-FFF2-40B4-BE49-F238E27FC236}">
                <a16:creationId xmlns:a16="http://schemas.microsoft.com/office/drawing/2014/main" id="{F08D1CAE-DDF8-4E46-9BF0-2BF47DE96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16" y="10316211"/>
            <a:ext cx="4883150" cy="114698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L="73025" marR="90170">
              <a:lnSpc>
                <a:spcPct val="119500"/>
              </a:lnSpc>
              <a:spcBef>
                <a:spcPts val="100"/>
              </a:spcBef>
              <a:buNone/>
            </a:pP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The</a:t>
            </a:r>
            <a:r>
              <a:rPr sz="1200" i="1" spc="-4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system</a:t>
            </a:r>
            <a:r>
              <a:rPr sz="1200" i="1" spc="-3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has</a:t>
            </a:r>
            <a:r>
              <a:rPr sz="1200" i="1" spc="-3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four</a:t>
            </a:r>
            <a:r>
              <a:rPr sz="1200" i="1" spc="-3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layers:</a:t>
            </a:r>
            <a:r>
              <a:rPr sz="1200" i="1" spc="-3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Data</a:t>
            </a:r>
            <a:r>
              <a:rPr sz="1200" i="1" spc="-2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ingestion</a:t>
            </a:r>
            <a:r>
              <a:rPr sz="1200" i="1" spc="-2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→</a:t>
            </a:r>
            <a:r>
              <a:rPr sz="1200" i="1" spc="-3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Kronos-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based</a:t>
            </a:r>
            <a:r>
              <a:rPr sz="1200" i="1" spc="-2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modeling (direction-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head</a:t>
            </a:r>
            <a:r>
              <a:rPr sz="12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&amp;</a:t>
            </a:r>
            <a:r>
              <a:rPr sz="1200" i="1" spc="-3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path</a:t>
            </a:r>
            <a:r>
              <a:rPr sz="1200" i="1" spc="-2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adapters)</a:t>
            </a:r>
            <a:r>
              <a:rPr sz="1200" i="1" spc="-1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→</a:t>
            </a:r>
            <a:r>
              <a:rPr sz="1200" i="1" spc="-3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Evaluation</a:t>
            </a:r>
            <a:r>
              <a:rPr sz="12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 spc="-20">
                <a:solidFill>
                  <a:srgbClr val="545454"/>
                </a:solidFill>
                <a:latin typeface="Arial"/>
                <a:ea typeface="Arial"/>
                <a:cs typeface="Arial"/>
              </a:rPr>
              <a:t>(accuracy,</a:t>
            </a:r>
            <a:r>
              <a:rPr sz="1200" i="1" spc="-2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PnL</a:t>
            </a:r>
            <a:r>
              <a:rPr sz="12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)</a:t>
            </a:r>
            <a:r>
              <a:rPr sz="1200" i="1" spc="-2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1200" i="1" spc="-50">
                <a:solidFill>
                  <a:srgbClr val="545454"/>
                </a:solidFill>
                <a:latin typeface="Arial"/>
                <a:ea typeface="Arial"/>
                <a:cs typeface="Arial"/>
              </a:rPr>
              <a:t>→ Next.js + </a:t>
            </a:r>
            <a:r>
              <a:rPr sz="1200" i="1" spc="-50">
                <a:solidFill>
                  <a:srgbClr val="545454"/>
                </a:solidFill>
                <a:latin typeface="Arial"/>
                <a:ea typeface="Arial"/>
                <a:cs typeface="Arial"/>
              </a:rPr>
              <a:t>FastAPI</a:t>
            </a:r>
            <a:r>
              <a:rPr sz="1200" i="1" spc="-50">
                <a:solidFill>
                  <a:srgbClr val="545454"/>
                </a:solidFill>
                <a:latin typeface="Arial"/>
                <a:ea typeface="Arial"/>
                <a:cs typeface="Arial"/>
              </a:rPr>
              <a:t> deployment terminal with live Binance integration.</a:t>
            </a:r>
            <a:endParaRPr sz="1200"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spcBef>
                <a:spcPts val="340"/>
              </a:spcBef>
              <a:buNone/>
            </a:pPr>
            <a:endParaRPr sz="1200">
              <a:latin typeface="Arial"/>
              <a:ea typeface="Arial"/>
              <a:cs typeface="Arial"/>
            </a:endParaRPr>
          </a:p>
          <a:p xmlns:a="http://schemas.openxmlformats.org/drawingml/2006/main">
            <a:pPr marL="12700">
              <a:lnSpc>
                <a:spcPct val="100000"/>
              </a:lnSpc>
              <a:buNone/>
              <a:tabLst>
                <a:tab pos="486981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&amp;</a:t>
            </a:r>
            <a:r>
              <a:rPr sz="1600" b="1" u="sng" spc="-1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TOOLS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507" name="object 507">
            <a:extLst xmlns:a="http://schemas.openxmlformats.org/drawingml/2006/main">
              <a:ext uri="{FF2B5EF4-FFF2-40B4-BE49-F238E27FC236}">
                <a16:creationId xmlns:a16="http://schemas.microsoft.com/office/drawing/2014/main" id="{3651105E-7092-442D-A471-2B172982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516" y="11536631"/>
            <a:ext cx="1538605" cy="911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1430"/>
              </a:spcBef>
              <a:buNone/>
            </a:pPr>
            <a:r>
              <a:rPr sz="13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Kronos</a:t>
            </a:r>
            <a:endParaRPr sz="1300">
              <a:latin typeface="Arial"/>
              <a:ea typeface="Arial"/>
              <a:cs typeface="Arial"/>
            </a:endParaRPr>
          </a:p>
          <a:p xmlns:a="http://schemas.openxmlformats.org/drawingml/2006/main">
            <a:pPr marL="191135" marR="184150" algn="ctr">
              <a:lnSpc>
                <a:spcPct val="101200"/>
              </a:lnSpc>
              <a:spcBef>
                <a:spcPts val="775"/>
              </a:spcBef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Pretrained</a:t>
            </a:r>
            <a:r>
              <a:rPr sz="1050" spc="-3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financial </a:t>
            </a: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foundation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model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08" name="object 508">
            <a:extLst xmlns:a="http://schemas.openxmlformats.org/drawingml/2006/main">
              <a:ext uri="{FF2B5EF4-FFF2-40B4-BE49-F238E27FC236}">
                <a16:creationId xmlns:a16="http://schemas.microsoft.com/office/drawing/2014/main" id="{1CD69D7D-82CC-425D-868C-80CF67F8C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3597" y="11536631"/>
            <a:ext cx="1538605" cy="911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1430"/>
              </a:spcBef>
              <a:buNone/>
            </a:pPr>
            <a:r>
              <a:rPr sz="13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PyTorch</a:t>
            </a:r>
            <a:endParaRPr sz="1300">
              <a:latin typeface="Arial"/>
              <a:ea typeface="Arial"/>
              <a:cs typeface="Arial"/>
            </a:endParaRPr>
          </a:p>
          <a:p xmlns:a="http://schemas.openxmlformats.org/drawingml/2006/main">
            <a:pPr marL="215265" marR="207645" indent="-1270" algn="ctr">
              <a:lnSpc>
                <a:spcPct val="101200"/>
              </a:lnSpc>
              <a:spcBef>
                <a:spcPts val="775"/>
              </a:spcBef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Deep</a:t>
            </a:r>
            <a:r>
              <a:rPr sz="1050" spc="-25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learning </a:t>
            </a: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training</a:t>
            </a:r>
            <a:r>
              <a:rPr sz="1050" spc="-25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framework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09" name="object 509">
            <a:extLst xmlns:a="http://schemas.openxmlformats.org/drawingml/2006/main">
              <a:ext uri="{FF2B5EF4-FFF2-40B4-BE49-F238E27FC236}">
                <a16:creationId xmlns:a16="http://schemas.microsoft.com/office/drawing/2014/main" id="{5E807892-4ED9-43DA-99BC-09BA8918E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678" y="11536631"/>
            <a:ext cx="1538605" cy="80227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1430"/>
              </a:spcBef>
              <a:buNone/>
            </a:pPr>
            <a:r>
              <a:rPr sz="13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FastAPI</a:t>
            </a:r>
            <a:endParaRPr sz="1300">
              <a:latin typeface="Arial"/>
              <a:ea typeface="Arial"/>
              <a:cs typeface="Arial"/>
            </a:endParaRPr>
          </a:p>
          <a:p xmlns:a="http://schemas.openxmlformats.org/drawingml/2006/main">
            <a:pPr marL="323215" marR="315595" algn="ctr">
              <a:lnSpc>
                <a:spcPct val="101200"/>
              </a:lnSpc>
              <a:spcBef>
                <a:spcPts val="775"/>
              </a:spcBef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web backend for inference</a:t>
            </a:r>
          </a:p>
        </p:txBody>
      </p:sp>
      <p:sp>
        <p:nvSpPr>
          <p:cNvPr id="510" name="object 510">
            <a:extLst xmlns:a="http://schemas.openxmlformats.org/drawingml/2006/main">
              <a:ext uri="{FF2B5EF4-FFF2-40B4-BE49-F238E27FC236}">
                <a16:creationId xmlns:a16="http://schemas.microsoft.com/office/drawing/2014/main" id="{9D679BDA-938F-4AC6-B93D-0472ED88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516" y="12520281"/>
            <a:ext cx="1538605" cy="9654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marL="1905" marR="0" lvl="0" indent="0" algn="ctr" defTabSz="914400">
              <a:lnSpc>
                <a:spcPct val="100000"/>
              </a:lnSpc>
              <a:spcBef>
                <a:spcPts val="143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3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Lightweight charts</a:t>
            </a:r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444444"/>
                </a:solidFill>
                <a:latin typeface="Arial"/>
                <a:ea typeface="Arial"/>
                <a:cs typeface="Arial"/>
              </a:rPr>
              <a:t>Real-time</a:t>
            </a:r>
            <a:endParaRPr sz="1050"/>
          </a:p>
          <a:p xmlns:a="http://schemas.openxmlformats.org/drawingml/2006/main">
            <a:pPr marL="0" indent="0" algn="ctr">
              <a:buNone/>
            </a:pPr>
            <a:r>
              <a:rPr sz="1050">
                <a:solidFill>
                  <a:srgbClr val="444444"/>
                </a:solidFill>
                <a:latin typeface="Arial"/>
                <a:ea typeface="Arial"/>
                <a:cs typeface="Arial"/>
              </a:rPr>
              <a:t>market chart</a:t>
            </a:r>
            <a:endParaRPr sz="1050"/>
          </a:p>
          <a:p xmlns:a="http://schemas.openxmlformats.org/drawingml/2006/main">
            <a:pPr marL="421005" marR="413384" lvl="0" indent="0" algn="ctr" defTabSz="914400">
              <a:lnSpc>
                <a:spcPct val="101200"/>
              </a:lnSpc>
              <a:spcBef>
                <a:spcPts val="775"/>
              </a:spcBef>
              <a:spcAft>
                <a:spcPts val="0"/>
              </a:spcAft>
              <a:buClrTx/>
              <a:buSzTx/>
              <a:buFontTx/>
              <a:buNone/>
            </a:pPr>
            <a:endParaRPr sz="1050">
              <a:solidFill>
                <a:srgbClr val="444444"/>
              </a:solidFill>
              <a:latin typeface="Arial MT"/>
              <a:ea typeface="Arial MT"/>
              <a:cs typeface="Arial MT"/>
            </a:endParaRPr>
          </a:p>
        </p:txBody>
      </p:sp>
      <p:sp>
        <p:nvSpPr>
          <p:cNvPr id="511" name="object 511">
            <a:extLst xmlns:a="http://schemas.openxmlformats.org/drawingml/2006/main">
              <a:ext uri="{FF2B5EF4-FFF2-40B4-BE49-F238E27FC236}">
                <a16:creationId xmlns:a16="http://schemas.microsoft.com/office/drawing/2014/main" id="{D66E4169-7BAD-40F9-9413-80CA7CB8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3597" y="12520281"/>
            <a:ext cx="1538605" cy="911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marL="635" algn="ctr">
              <a:lnSpc>
                <a:spcPct val="100000"/>
              </a:lnSpc>
              <a:spcBef>
                <a:spcPts val="1430"/>
              </a:spcBef>
              <a:buNone/>
            </a:pPr>
            <a:r>
              <a:rPr sz="13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Binance </a:t>
            </a:r>
            <a:r>
              <a:rPr sz="1300" b="1" spc="-25">
                <a:solidFill>
                  <a:srgbClr val="1C2B4A"/>
                </a:solidFill>
                <a:latin typeface="Arial"/>
                <a:ea typeface="Arial"/>
                <a:cs typeface="Arial"/>
              </a:rPr>
              <a:t>API</a:t>
            </a:r>
            <a:endParaRPr sz="1300">
              <a:latin typeface="Arial"/>
              <a:ea typeface="Arial"/>
              <a:cs typeface="Arial"/>
            </a:endParaRPr>
          </a:p>
          <a:p xmlns:a="http://schemas.openxmlformats.org/drawingml/2006/main">
            <a:pPr marL="421005" marR="413384" algn="ctr">
              <a:lnSpc>
                <a:spcPct val="101200"/>
              </a:lnSpc>
              <a:spcBef>
                <a:spcPts val="775"/>
              </a:spcBef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Live</a:t>
            </a:r>
            <a:r>
              <a:rPr sz="1050" spc="-2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trading integration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12" name="object 512">
            <a:extLst xmlns:a="http://schemas.openxmlformats.org/drawingml/2006/main">
              <a:ext uri="{FF2B5EF4-FFF2-40B4-BE49-F238E27FC236}">
                <a16:creationId xmlns:a16="http://schemas.microsoft.com/office/drawing/2014/main" id="{A41144D1-4EBC-4994-8B13-1637B4C12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678" y="12520281"/>
            <a:ext cx="1538605" cy="911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181610" rIns="0" bIns="0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spcBef>
                <a:spcPts val="1430"/>
              </a:spcBef>
              <a:buNone/>
            </a:pPr>
            <a:r>
              <a:rPr sz="13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Python</a:t>
            </a:r>
            <a:endParaRPr sz="1300">
              <a:latin typeface="Arial"/>
              <a:ea typeface="Arial"/>
              <a:cs typeface="Arial"/>
            </a:endParaRPr>
          </a:p>
          <a:p xmlns:a="http://schemas.openxmlformats.org/drawingml/2006/main">
            <a:pPr marL="318770" marR="310515" indent="-635" algn="ctr">
              <a:lnSpc>
                <a:spcPct val="101200"/>
              </a:lnSpc>
              <a:spcBef>
                <a:spcPts val="775"/>
              </a:spcBef>
              <a:buNone/>
            </a:pP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Core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language </a:t>
            </a: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1050" spc="5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all</a:t>
            </a:r>
            <a:r>
              <a:rPr sz="1050" spc="-15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444444"/>
                </a:solidFill>
                <a:latin typeface="Arial MT"/>
                <a:ea typeface="Arial MT"/>
                <a:cs typeface="Arial MT"/>
              </a:rPr>
              <a:t>pipelines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13" name="object 513">
            <a:extLst xmlns:a="http://schemas.openxmlformats.org/drawingml/2006/main">
              <a:ext uri="{FF2B5EF4-FFF2-40B4-BE49-F238E27FC236}">
                <a16:creationId xmlns:a16="http://schemas.microsoft.com/office/drawing/2014/main" id="{0B13036C-E0CE-4589-8309-3BACCA32F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16" y="13614272"/>
            <a:ext cx="488315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4869815" algn="l"/>
              </a:tabLst>
            </a:pP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</a:t>
            </a:r>
            <a:r>
              <a:rPr sz="1600" b="1" u="sng" spc="-5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</a:t>
            </a:r>
            <a:r>
              <a:rPr sz="1600" b="1" u="sng" spc="-6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RELATED</a:t>
            </a:r>
            <a:r>
              <a:rPr sz="1600" b="1" u="sng" spc="-4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515" name="object 515">
            <a:extLst xmlns:a="http://schemas.openxmlformats.org/drawingml/2006/main">
              <a:ext uri="{FF2B5EF4-FFF2-40B4-BE49-F238E27FC236}">
                <a16:creationId xmlns:a16="http://schemas.microsoft.com/office/drawing/2014/main" id="{00FDB600-AF2B-477A-BC7B-FA17D9888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2516" y="13959324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4857529" y="0"/>
                </a:moveTo>
                <a:lnTo>
                  <a:pt x="0" y="0"/>
                </a:lnTo>
                <a:lnTo>
                  <a:pt x="0" y="777204"/>
                </a:lnTo>
                <a:lnTo>
                  <a:pt x="4857529" y="777204"/>
                </a:lnTo>
                <a:lnTo>
                  <a:pt x="4857529" y="0"/>
                </a:lnTo>
                <a:close/>
              </a:path>
            </a:pathLst>
          </a:custGeom>
          <a:solidFill xmlns:a="http://schemas.openxmlformats.org/drawingml/2006/main">
            <a:srgbClr val="F4F5F7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6" name="object 516">
            <a:extLst xmlns:a="http://schemas.openxmlformats.org/drawingml/2006/main">
              <a:ext uri="{FF2B5EF4-FFF2-40B4-BE49-F238E27FC236}">
                <a16:creationId xmlns:a16="http://schemas.microsoft.com/office/drawing/2014/main" id="{70E40E78-10F6-4BF3-93E2-484AE0326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2516" y="13959324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0" y="777204"/>
                </a:moveTo>
                <a:lnTo>
                  <a:pt x="4857529" y="777204"/>
                </a:lnTo>
                <a:lnTo>
                  <a:pt x="4857529" y="0"/>
                </a:lnTo>
                <a:lnTo>
                  <a:pt x="0" y="0"/>
                </a:lnTo>
                <a:lnTo>
                  <a:pt x="0" y="777204"/>
                </a:lnTo>
                <a:close/>
              </a:path>
            </a:pathLst>
          </a:custGeom>
          <a:ln xmlns:a="http://schemas.openxmlformats.org/drawingml/2006/main" w="6746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17" name="object 517">
            <a:extLst xmlns:a="http://schemas.openxmlformats.org/drawingml/2006/main">
              <a:ext uri="{FF2B5EF4-FFF2-40B4-BE49-F238E27FC236}">
                <a16:creationId xmlns:a16="http://schemas.microsoft.com/office/drawing/2014/main" id="{2A441552-0452-4BEA-8F52-E16F0D32A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79" y="14212355"/>
            <a:ext cx="544195" cy="2076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95"/>
              </a:spcBef>
              <a:buNone/>
            </a:pP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Kronos</a:t>
            </a:r>
            <a:endParaRPr sz="1200">
              <a:latin typeface="Arial"/>
              <a:ea typeface="Arial"/>
              <a:cs typeface="Arial"/>
            </a:endParaRPr>
          </a:p>
        </p:txBody>
      </p:sp>
      <p:sp>
        <p:nvSpPr>
          <p:cNvPr id="518" name="object 518">
            <a:extLst xmlns:a="http://schemas.openxmlformats.org/drawingml/2006/main">
              <a:ext uri="{FF2B5EF4-FFF2-40B4-BE49-F238E27FC236}">
                <a16:creationId xmlns:a16="http://schemas.microsoft.com/office/drawing/2014/main" id="{4DD63988-CE72-4351-9857-08178B811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87" y="14042949"/>
            <a:ext cx="341757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ct val="116399"/>
              </a:lnSpc>
              <a:spcBef>
                <a:spcPts val="95"/>
              </a:spcBef>
              <a:buNone/>
            </a:pP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Financial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foundation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model — used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backbone,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we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study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across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horizons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rather</a:t>
            </a:r>
            <a:r>
              <a:rPr sz="1050" spc="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than proposing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new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model.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19" name="object 519">
            <a:extLst xmlns:a="http://schemas.openxmlformats.org/drawingml/2006/main">
              <a:ext uri="{FF2B5EF4-FFF2-40B4-BE49-F238E27FC236}">
                <a16:creationId xmlns:a16="http://schemas.microsoft.com/office/drawing/2014/main" id="{8E6F94B9-C761-4173-869A-D6169A14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516" y="14809392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0" y="777204"/>
                </a:moveTo>
                <a:lnTo>
                  <a:pt x="4857529" y="777204"/>
                </a:lnTo>
                <a:lnTo>
                  <a:pt x="4857529" y="0"/>
                </a:lnTo>
                <a:lnTo>
                  <a:pt x="0" y="0"/>
                </a:lnTo>
                <a:lnTo>
                  <a:pt x="0" y="777204"/>
                </a:lnTo>
                <a:close/>
              </a:path>
            </a:pathLst>
          </a:custGeom>
          <a:ln xmlns:a="http://schemas.openxmlformats.org/drawingml/2006/main" w="6746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0" name="object 520">
            <a:extLst xmlns:a="http://schemas.openxmlformats.org/drawingml/2006/main">
              <a:ext uri="{FF2B5EF4-FFF2-40B4-BE49-F238E27FC236}">
                <a16:creationId xmlns:a16="http://schemas.microsoft.com/office/drawing/2014/main" id="{BBB66A03-7D4C-49AF-A1F1-03B887F14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79" y="15062675"/>
            <a:ext cx="637540" cy="2076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95"/>
              </a:spcBef>
              <a:buNone/>
            </a:pP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Chronos</a:t>
            </a:r>
            <a:endParaRPr sz="1200">
              <a:latin typeface="Arial"/>
              <a:ea typeface="Arial"/>
              <a:cs typeface="Arial"/>
            </a:endParaRPr>
          </a:p>
        </p:txBody>
      </p:sp>
      <p:sp>
        <p:nvSpPr>
          <p:cNvPr id="521" name="object 521">
            <a:extLst xmlns:a="http://schemas.openxmlformats.org/drawingml/2006/main">
              <a:ext uri="{FF2B5EF4-FFF2-40B4-BE49-F238E27FC236}">
                <a16:creationId xmlns:a16="http://schemas.microsoft.com/office/drawing/2014/main" id="{A9FC29E5-2D28-4CEB-A9AE-367D971D9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87" y="14893016"/>
            <a:ext cx="3403600" cy="584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ct val="116399"/>
              </a:lnSpc>
              <a:spcBef>
                <a:spcPts val="95"/>
              </a:spcBef>
              <a:buNone/>
            </a:pP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General 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time-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series</a:t>
            </a:r>
            <a:r>
              <a:rPr sz="1050" spc="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tokenization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—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we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narrow</a:t>
            </a:r>
            <a:r>
              <a:rPr sz="1050" spc="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to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BTCUSDT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finance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and compare</a:t>
            </a:r>
            <a:r>
              <a:rPr sz="1050" spc="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interval-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specific 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transfer choices.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23" name="object 523">
            <a:extLst xmlns:a="http://schemas.openxmlformats.org/drawingml/2006/main">
              <a:ext uri="{FF2B5EF4-FFF2-40B4-BE49-F238E27FC236}">
                <a16:creationId xmlns:a16="http://schemas.microsoft.com/office/drawing/2014/main" id="{C4F951E5-AF3E-4388-ACB6-D5894D5FC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2516" y="15659459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4857529" y="0"/>
                </a:moveTo>
                <a:lnTo>
                  <a:pt x="0" y="0"/>
                </a:lnTo>
                <a:lnTo>
                  <a:pt x="0" y="777204"/>
                </a:lnTo>
                <a:lnTo>
                  <a:pt x="4857529" y="777204"/>
                </a:lnTo>
                <a:lnTo>
                  <a:pt x="4857529" y="0"/>
                </a:lnTo>
                <a:close/>
              </a:path>
            </a:pathLst>
          </a:custGeom>
          <a:solidFill xmlns:a="http://schemas.openxmlformats.org/drawingml/2006/main">
            <a:srgbClr val="F4F5F7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4" name="object 524">
            <a:extLst xmlns:a="http://schemas.openxmlformats.org/drawingml/2006/main">
              <a:ext uri="{FF2B5EF4-FFF2-40B4-BE49-F238E27FC236}">
                <a16:creationId xmlns:a16="http://schemas.microsoft.com/office/drawing/2014/main" id="{3D1C7AEC-DCF2-4CF2-9E4E-4B43F687E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2516" y="15659459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0" y="777204"/>
                </a:moveTo>
                <a:lnTo>
                  <a:pt x="4857529" y="777204"/>
                </a:lnTo>
                <a:lnTo>
                  <a:pt x="4857529" y="0"/>
                </a:lnTo>
                <a:lnTo>
                  <a:pt x="0" y="0"/>
                </a:lnTo>
                <a:lnTo>
                  <a:pt x="0" y="777204"/>
                </a:lnTo>
                <a:close/>
              </a:path>
            </a:pathLst>
          </a:custGeom>
          <a:ln xmlns:a="http://schemas.openxmlformats.org/drawingml/2006/main" w="6746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5" name="object 525">
            <a:extLst xmlns:a="http://schemas.openxmlformats.org/drawingml/2006/main">
              <a:ext uri="{FF2B5EF4-FFF2-40B4-BE49-F238E27FC236}">
                <a16:creationId xmlns:a16="http://schemas.microsoft.com/office/drawing/2014/main" id="{A399CC29-C0EC-43E7-9A81-373CECDA3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79" y="15912743"/>
            <a:ext cx="292100" cy="2076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95"/>
              </a:spcBef>
              <a:buNone/>
            </a:pPr>
            <a:r>
              <a:rPr sz="1200" b="1" spc="-25">
                <a:solidFill>
                  <a:srgbClr val="1C2B4A"/>
                </a:solidFill>
                <a:latin typeface="Arial"/>
                <a:ea typeface="Arial"/>
                <a:cs typeface="Arial"/>
              </a:rPr>
              <a:t>TFT</a:t>
            </a:r>
            <a:endParaRPr sz="1200">
              <a:latin typeface="Arial"/>
              <a:ea typeface="Arial"/>
              <a:cs typeface="Arial"/>
            </a:endParaRPr>
          </a:p>
        </p:txBody>
      </p:sp>
      <p:sp>
        <p:nvSpPr>
          <p:cNvPr id="526" name="object 526">
            <a:extLst xmlns:a="http://schemas.openxmlformats.org/drawingml/2006/main">
              <a:ext uri="{FF2B5EF4-FFF2-40B4-BE49-F238E27FC236}">
                <a16:creationId xmlns:a16="http://schemas.microsoft.com/office/drawing/2014/main" id="{8A282DA5-773F-420B-8A34-634898C8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87" y="15742632"/>
            <a:ext cx="3373120" cy="58483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ct val="116399"/>
              </a:lnSpc>
              <a:spcBef>
                <a:spcPts val="100"/>
              </a:spcBef>
              <a:buNone/>
            </a:pP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Interpretable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supervised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forecasting — we instead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study 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pretrained-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model</a:t>
            </a:r>
            <a:r>
              <a:rPr sz="1050" spc="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adaptation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1050" spc="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horizon-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dependent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objective</a:t>
            </a:r>
            <a:r>
              <a:rPr sz="105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choice.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27" name="object 527">
            <a:extLst xmlns:a="http://schemas.openxmlformats.org/drawingml/2006/main">
              <a:ext uri="{FF2B5EF4-FFF2-40B4-BE49-F238E27FC236}">
                <a16:creationId xmlns:a16="http://schemas.microsoft.com/office/drawing/2014/main" id="{51994204-4885-47E9-BAA5-51FE943B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516" y="16509528"/>
            <a:ext cx="4857750" cy="777240"/>
          </a:xfrm>
          <a:custGeom xmlns:a="http://schemas.openxmlformats.org/drawingml/2006/main">
            <a:rect l="l" t="t" r="r" b="b"/>
            <a:pathLst>
              <a:path w="4857750" h="777240">
                <a:moveTo>
                  <a:pt x="0" y="777204"/>
                </a:moveTo>
                <a:lnTo>
                  <a:pt x="4857529" y="777204"/>
                </a:lnTo>
                <a:lnTo>
                  <a:pt x="4857529" y="0"/>
                </a:lnTo>
                <a:lnTo>
                  <a:pt x="0" y="0"/>
                </a:lnTo>
                <a:lnTo>
                  <a:pt x="0" y="777204"/>
                </a:lnTo>
                <a:close/>
              </a:path>
            </a:pathLst>
          </a:custGeom>
          <a:ln xmlns:a="http://schemas.openxmlformats.org/drawingml/2006/main" w="6746">
            <a:solidFill>
              <a:srgbClr val="D0D4DD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28" name="object 528">
            <a:extLst xmlns:a="http://schemas.openxmlformats.org/drawingml/2006/main">
              <a:ext uri="{FF2B5EF4-FFF2-40B4-BE49-F238E27FC236}">
                <a16:creationId xmlns:a16="http://schemas.microsoft.com/office/drawing/2014/main" id="{C6E516DE-58BA-49D6-943A-B5F305475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379" y="16675780"/>
            <a:ext cx="704215" cy="3860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22225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ts val="1400"/>
              </a:lnSpc>
              <a:spcBef>
                <a:spcPts val="175"/>
              </a:spcBef>
              <a:buNone/>
            </a:pP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Fischer</a:t>
            </a:r>
            <a:r>
              <a:rPr sz="1200" b="1" spc="-7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50">
                <a:solidFill>
                  <a:srgbClr val="1C2B4A"/>
                </a:solidFill>
                <a:latin typeface="Arial"/>
                <a:ea typeface="Arial"/>
                <a:cs typeface="Arial"/>
              </a:rPr>
              <a:t>&amp;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Krauss</a:t>
            </a:r>
            <a:endParaRPr sz="1200">
              <a:latin typeface="Arial"/>
              <a:ea typeface="Arial"/>
              <a:cs typeface="Arial"/>
            </a:endParaRPr>
          </a:p>
        </p:txBody>
      </p:sp>
      <p:sp>
        <p:nvSpPr>
          <p:cNvPr id="529" name="object 529">
            <a:extLst xmlns:a="http://schemas.openxmlformats.org/drawingml/2006/main">
              <a:ext uri="{FF2B5EF4-FFF2-40B4-BE49-F238E27FC236}">
                <a16:creationId xmlns:a16="http://schemas.microsoft.com/office/drawing/2014/main" id="{B8282C7E-4E2A-453C-B230-6CE6B122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7787" y="16686508"/>
            <a:ext cx="3289935" cy="3981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ct val="116399"/>
              </a:lnSpc>
              <a:spcBef>
                <a:spcPts val="95"/>
              </a:spcBef>
              <a:buNone/>
            </a:pP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LSTM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directional</a:t>
            </a:r>
            <a:r>
              <a:rPr sz="105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prediction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— we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extend</a:t>
            </a:r>
            <a:r>
              <a:rPr sz="1050" spc="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105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crypto</a:t>
            </a:r>
            <a:r>
              <a:rPr sz="1050" spc="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and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compare</a:t>
            </a:r>
            <a:r>
              <a:rPr sz="1050" spc="-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multiple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horizon-specific</a:t>
            </a:r>
            <a:r>
              <a:rPr sz="105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transfer</a:t>
            </a:r>
            <a:r>
              <a:rPr sz="105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families.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30" name="object 530">
            <a:extLst xmlns:a="http://schemas.openxmlformats.org/drawingml/2006/main">
              <a:ext uri="{FF2B5EF4-FFF2-40B4-BE49-F238E27FC236}">
                <a16:creationId xmlns:a16="http://schemas.microsoft.com/office/drawing/2014/main" id="{269A0288-390D-4D92-AAE1-E79A00E7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816" y="17500548"/>
            <a:ext cx="488315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4869815" algn="l"/>
              </a:tabLst>
            </a:pP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FUTURE</a:t>
            </a:r>
            <a:r>
              <a:rPr sz="1600" b="1" u="sng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WORK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531" name="object 531">
            <a:extLst xmlns:a="http://schemas.openxmlformats.org/drawingml/2006/main">
              <a:ext uri="{FF2B5EF4-FFF2-40B4-BE49-F238E27FC236}">
                <a16:creationId xmlns:a16="http://schemas.microsoft.com/office/drawing/2014/main" id="{89BF06C1-D722-4A97-A402-7C8D88F87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36" y="17842194"/>
            <a:ext cx="4520565" cy="4140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240029" marR="5080" indent="-227965">
              <a:lnSpc>
                <a:spcPct val="121400"/>
              </a:lnSpc>
              <a:spcBef>
                <a:spcPts val="95"/>
              </a:spcBef>
              <a:buChar char="•"/>
              <a:tabLst>
                <a:tab pos="240029" algn="l"/>
              </a:tabLst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News-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based prediction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branch —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integrate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sentiment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event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signals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alongside</a:t>
            </a:r>
            <a:r>
              <a:rPr sz="105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price-history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signals.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32" name="object 532">
            <a:extLst xmlns:a="http://schemas.openxmlformats.org/drawingml/2006/main">
              <a:ext uri="{FF2B5EF4-FFF2-40B4-BE49-F238E27FC236}">
                <a16:creationId xmlns:a16="http://schemas.microsoft.com/office/drawing/2014/main" id="{BFF2F5F7-D42B-4DD3-8403-15B057CB0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536" y="18264193"/>
            <a:ext cx="4582795" cy="8289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240029" marR="165735" indent="-227965">
              <a:lnSpc>
                <a:spcPct val="121400"/>
              </a:lnSpc>
              <a:spcBef>
                <a:spcPts val="95"/>
              </a:spcBef>
              <a:buChar char="•"/>
              <a:tabLst>
                <a:tab pos="240029" algn="l"/>
              </a:tabLst>
            </a:pP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Realistic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trading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frictions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add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fees,</a:t>
            </a:r>
            <a:r>
              <a:rPr sz="1050" spc="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slippage,</a:t>
            </a:r>
            <a:r>
              <a:rPr sz="105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spread,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and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latency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to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evaluation.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indent="-227329">
              <a:lnSpc>
                <a:spcPct val="100000"/>
              </a:lnSpc>
              <a:spcBef>
                <a:spcPts val="545"/>
              </a:spcBef>
              <a:buChar char="•"/>
              <a:tabLst>
                <a:tab pos="240029" algn="l"/>
              </a:tabLst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Multi-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asset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evaluation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 extend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 same protocol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beyond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BTCUSDT</a:t>
            </a:r>
            <a:r>
              <a:rPr sz="105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to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>
              <a:lnSpc>
                <a:spcPct val="100000"/>
              </a:lnSpc>
              <a:spcBef>
                <a:spcPts val="270"/>
              </a:spcBef>
              <a:buNone/>
            </a:pP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other liquid</a:t>
            </a:r>
            <a:r>
              <a:rPr sz="105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crypto</a:t>
            </a:r>
            <a:r>
              <a:rPr sz="1050" spc="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pairs.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33" name="object 533">
            <a:extLst xmlns:a="http://schemas.openxmlformats.org/drawingml/2006/main">
              <a:ext uri="{FF2B5EF4-FFF2-40B4-BE49-F238E27FC236}">
                <a16:creationId xmlns:a16="http://schemas.microsoft.com/office/drawing/2014/main" id="{DA31B725-7D0D-41EF-9320-F0F3393A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1627524"/>
            <a:ext cx="873252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  <a:tabLst>
                <a:tab pos="8719185" algn="l"/>
              </a:tabLst>
            </a:pP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MODEL</a:t>
            </a:r>
            <a:r>
              <a:rPr sz="1600" b="1" u="sng" spc="-9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FAMILIES</a:t>
            </a:r>
            <a:r>
              <a:rPr sz="1600" b="1" u="sng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&amp;</a:t>
            </a:r>
            <a:r>
              <a:rPr sz="1600" b="1" u="sng" spc="-9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30">
                <a:solidFill>
                  <a:srgbClr val="111111"/>
                </a:solidFill>
                <a:latin typeface="Arial"/>
                <a:ea typeface="Arial"/>
                <a:cs typeface="Arial"/>
              </a:rPr>
              <a:t>ADAPTATION</a:t>
            </a:r>
            <a:r>
              <a:rPr sz="1600" b="1" u="sng" spc="-3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STRATEGIES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535" name="object 535">
            <a:extLst xmlns:a="http://schemas.openxmlformats.org/drawingml/2006/main">
              <a:ext uri="{FF2B5EF4-FFF2-40B4-BE49-F238E27FC236}">
                <a16:creationId xmlns:a16="http://schemas.microsoft.com/office/drawing/2014/main" id="{112EB4F3-D4F4-45EA-9491-F3B08710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2563" y="2106952"/>
            <a:ext cx="2861945" cy="1809750"/>
          </a:xfrm>
          <a:custGeom xmlns:a="http://schemas.openxmlformats.org/drawingml/2006/main">
            <a:rect l="l" t="t" r="r" b="b"/>
            <a:pathLst>
              <a:path w="2861945" h="1809750">
                <a:moveTo>
                  <a:pt x="0" y="1809429"/>
                </a:moveTo>
                <a:lnTo>
                  <a:pt x="2861894" y="1809429"/>
                </a:lnTo>
                <a:lnTo>
                  <a:pt x="2861894" y="0"/>
                </a:lnTo>
                <a:lnTo>
                  <a:pt x="0" y="0"/>
                </a:lnTo>
                <a:lnTo>
                  <a:pt x="0" y="1809429"/>
                </a:lnTo>
                <a:close/>
              </a:path>
            </a:pathLst>
          </a:custGeom>
          <a:solidFill xmlns:a="http://schemas.openxmlformats.org/drawingml/2006/main">
            <a:srgbClr val="F4F5F7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6" name="object 536">
            <a:extLst xmlns:a="http://schemas.openxmlformats.org/drawingml/2006/main">
              <a:ext uri="{FF2B5EF4-FFF2-40B4-BE49-F238E27FC236}">
                <a16:creationId xmlns:a16="http://schemas.microsoft.com/office/drawing/2014/main" id="{7FE3D509-0F93-4D27-9CBF-3F11ACFD7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2563" y="1973370"/>
            <a:ext cx="2861945" cy="1943100"/>
          </a:xfrm>
          <a:custGeom xmlns:a="http://schemas.openxmlformats.org/drawingml/2006/main">
            <a:rect l="l" t="t" r="r" b="b"/>
            <a:pathLst>
              <a:path w="2861945" h="1943100">
                <a:moveTo>
                  <a:pt x="0" y="1943011"/>
                </a:moveTo>
                <a:lnTo>
                  <a:pt x="2861894" y="1943011"/>
                </a:lnTo>
                <a:lnTo>
                  <a:pt x="2861894" y="0"/>
                </a:lnTo>
                <a:lnTo>
                  <a:pt x="0" y="0"/>
                </a:lnTo>
                <a:lnTo>
                  <a:pt x="0" y="1943011"/>
                </a:lnTo>
                <a:close/>
              </a:path>
            </a:pathLst>
          </a:custGeom>
          <a:ln xmlns:a="http://schemas.openxmlformats.org/drawingml/2006/main" w="16866">
            <a:solidFill>
              <a:srgbClr val="0D6D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7" name="object 537">
            <a:extLst xmlns:a="http://schemas.openxmlformats.org/drawingml/2006/main">
              <a:ext uri="{FF2B5EF4-FFF2-40B4-BE49-F238E27FC236}">
                <a16:creationId xmlns:a16="http://schemas.microsoft.com/office/drawing/2014/main" id="{88D955DC-54DE-4010-807C-1EDA757E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2563" y="1973370"/>
            <a:ext cx="2861945" cy="133985"/>
          </a:xfrm>
          <a:custGeom xmlns:a="http://schemas.openxmlformats.org/drawingml/2006/main">
            <a:rect l="l" t="t" r="r" b="b"/>
            <a:pathLst>
              <a:path w="2861945" h="133985">
                <a:moveTo>
                  <a:pt x="2861894" y="0"/>
                </a:moveTo>
                <a:lnTo>
                  <a:pt x="0" y="0"/>
                </a:lnTo>
                <a:lnTo>
                  <a:pt x="0" y="133582"/>
                </a:lnTo>
                <a:lnTo>
                  <a:pt x="2861894" y="133582"/>
                </a:lnTo>
                <a:lnTo>
                  <a:pt x="2861894" y="0"/>
                </a:lnTo>
                <a:close/>
              </a:path>
            </a:pathLst>
          </a:custGeom>
          <a:solidFill xmlns:a="http://schemas.openxmlformats.org/drawingml/2006/main">
            <a:srgbClr val="0D6D82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8" name="object 538">
            <a:extLst xmlns:a="http://schemas.openxmlformats.org/drawingml/2006/main">
              <a:ext uri="{FF2B5EF4-FFF2-40B4-BE49-F238E27FC236}">
                <a16:creationId xmlns:a16="http://schemas.microsoft.com/office/drawing/2014/main" id="{93350897-21C9-4C74-8827-626CD21F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282563" y="1973370"/>
            <a:ext cx="2861945" cy="133985"/>
          </a:xfrm>
          <a:custGeom xmlns:a="http://schemas.openxmlformats.org/drawingml/2006/main">
            <a:rect l="l" t="t" r="r" b="b"/>
            <a:pathLst>
              <a:path w="2861945" h="133985">
                <a:moveTo>
                  <a:pt x="0" y="133582"/>
                </a:moveTo>
                <a:lnTo>
                  <a:pt x="2861894" y="133582"/>
                </a:lnTo>
                <a:lnTo>
                  <a:pt x="2861894" y="0"/>
                </a:lnTo>
                <a:lnTo>
                  <a:pt x="0" y="0"/>
                </a:lnTo>
                <a:lnTo>
                  <a:pt x="0" y="133582"/>
                </a:lnTo>
                <a:close/>
              </a:path>
            </a:pathLst>
          </a:custGeom>
          <a:ln xmlns:a="http://schemas.openxmlformats.org/drawingml/2006/main" w="8433">
            <a:solidFill>
              <a:srgbClr val="0D6D82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39" name="object 539">
            <a:extLst xmlns:a="http://schemas.openxmlformats.org/drawingml/2006/main">
              <a:ext uri="{FF2B5EF4-FFF2-40B4-BE49-F238E27FC236}">
                <a16:creationId xmlns:a16="http://schemas.microsoft.com/office/drawing/2014/main" id="{E1339D27-F970-48DE-89D2-27B50220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704" y="2145020"/>
            <a:ext cx="2491740" cy="20764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spcBef>
                <a:spcPts val="95"/>
              </a:spcBef>
              <a:buNone/>
            </a:pP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Native</a:t>
            </a:r>
            <a:r>
              <a:rPr sz="1200" b="1" spc="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Direction-</a:t>
            </a: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Head</a:t>
            </a:r>
            <a:r>
              <a:rPr sz="1200" b="1" spc="-2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Fine-Tuning</a:t>
            </a:r>
            <a:endParaRPr sz="1200">
              <a:latin typeface="Arial"/>
              <a:ea typeface="Arial"/>
              <a:cs typeface="Arial"/>
            </a:endParaRPr>
          </a:p>
        </p:txBody>
      </p:sp>
      <p:sp>
        <p:nvSpPr>
          <p:cNvPr id="540" name="object 540">
            <a:extLst xmlns:a="http://schemas.openxmlformats.org/drawingml/2006/main">
              <a:ext uri="{FF2B5EF4-FFF2-40B4-BE49-F238E27FC236}">
                <a16:creationId xmlns:a16="http://schemas.microsoft.com/office/drawing/2014/main" id="{AEF363D1-FE8B-44BE-82FE-FCF488AC7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704" y="2604462"/>
            <a:ext cx="2442210" cy="111887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700" rIns="0" bIns="0">
            <a:spAutoFit/>
          </a:bodyPr>
          <a:lstStyle xmlns:a="http://schemas.openxmlformats.org/drawingml/2006/main"/>
          <a:p xmlns:a="http://schemas.openxmlformats.org/drawingml/2006/main">
            <a:pPr marR="5080">
              <a:lnSpc>
                <a:spcPct val="119500"/>
              </a:lnSpc>
              <a:spcBef>
                <a:spcPts val="100"/>
              </a:spcBef>
              <a:buNone/>
            </a:pP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Attaches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lightweight</a:t>
            </a:r>
            <a:r>
              <a:rPr sz="120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classifier</a:t>
            </a:r>
            <a:r>
              <a:rPr sz="1200" spc="-4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frozen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Kronos</a:t>
            </a:r>
            <a:r>
              <a:rPr sz="1200" spc="-4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backbone.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Best</a:t>
            </a:r>
            <a:r>
              <a:rPr sz="1200" spc="-4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5-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minute</a:t>
            </a:r>
            <a:r>
              <a:rPr sz="1200" spc="-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direct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same-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interval classification.</a:t>
            </a:r>
            <a:r>
              <a:rPr sz="120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Only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691K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1200" spc="-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103M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parameters</a:t>
            </a:r>
            <a:r>
              <a:rPr sz="1200" spc="-8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trainable.</a:t>
            </a:r>
            <a:endParaRPr sz="1200">
              <a:latin typeface="Arial MT"/>
              <a:ea typeface="Arial MT"/>
              <a:cs typeface="Arial MT"/>
            </a:endParaRPr>
          </a:p>
        </p:txBody>
      </p:sp>
      <p:sp>
        <p:nvSpPr>
          <p:cNvPr id="542" name="object 542">
            <a:extLst xmlns:a="http://schemas.openxmlformats.org/drawingml/2006/main">
              <a:ext uri="{FF2B5EF4-FFF2-40B4-BE49-F238E27FC236}">
                <a16:creationId xmlns:a16="http://schemas.microsoft.com/office/drawing/2014/main" id="{370B373F-7CD3-4C18-9180-25B1AE738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05177" y="1973370"/>
            <a:ext cx="2861945" cy="1943100"/>
          </a:xfrm>
          <a:custGeom xmlns:a="http://schemas.openxmlformats.org/drawingml/2006/main">
            <a:rect l="l" t="t" r="r" b="b"/>
            <a:pathLst>
              <a:path w="2861945" h="1943100">
                <a:moveTo>
                  <a:pt x="0" y="1943011"/>
                </a:moveTo>
                <a:lnTo>
                  <a:pt x="2861894" y="1943011"/>
                </a:lnTo>
                <a:lnTo>
                  <a:pt x="2861894" y="0"/>
                </a:lnTo>
                <a:lnTo>
                  <a:pt x="0" y="0"/>
                </a:lnTo>
                <a:lnTo>
                  <a:pt x="0" y="1943011"/>
                </a:lnTo>
                <a:close/>
              </a:path>
            </a:pathLst>
          </a:custGeom>
          <a:ln xmlns:a="http://schemas.openxmlformats.org/drawingml/2006/main" w="16866">
            <a:solidFill>
              <a:srgbClr val="7B39EC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3" name="object 543">
            <a:extLst xmlns:a="http://schemas.openxmlformats.org/drawingml/2006/main">
              <a:ext uri="{FF2B5EF4-FFF2-40B4-BE49-F238E27FC236}">
                <a16:creationId xmlns:a16="http://schemas.microsoft.com/office/drawing/2014/main" id="{92CD7688-B106-49ED-B4F6-9C56F0AC5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05177" y="1973370"/>
            <a:ext cx="2861945" cy="133985"/>
          </a:xfrm>
          <a:custGeom xmlns:a="http://schemas.openxmlformats.org/drawingml/2006/main">
            <a:rect l="l" t="t" r="r" b="b"/>
            <a:pathLst>
              <a:path w="2861945" h="133985">
                <a:moveTo>
                  <a:pt x="2861894" y="0"/>
                </a:moveTo>
                <a:lnTo>
                  <a:pt x="0" y="0"/>
                </a:lnTo>
                <a:lnTo>
                  <a:pt x="0" y="133582"/>
                </a:lnTo>
                <a:lnTo>
                  <a:pt x="2861894" y="133582"/>
                </a:lnTo>
                <a:lnTo>
                  <a:pt x="2861894" y="0"/>
                </a:lnTo>
                <a:close/>
              </a:path>
            </a:pathLst>
          </a:custGeom>
          <a:solidFill xmlns:a="http://schemas.openxmlformats.org/drawingml/2006/main">
            <a:srgbClr val="7B39EC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4" name="object 544">
            <a:extLst xmlns:a="http://schemas.openxmlformats.org/drawingml/2006/main">
              <a:ext uri="{FF2B5EF4-FFF2-40B4-BE49-F238E27FC236}">
                <a16:creationId xmlns:a16="http://schemas.microsoft.com/office/drawing/2014/main" id="{EE9BE2F4-2A72-4A87-B64F-BEC82955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205177" y="1973370"/>
            <a:ext cx="2861945" cy="133985"/>
          </a:xfrm>
          <a:custGeom xmlns:a="http://schemas.openxmlformats.org/drawingml/2006/main">
            <a:rect l="l" t="t" r="r" b="b"/>
            <a:pathLst>
              <a:path w="2861945" h="133985">
                <a:moveTo>
                  <a:pt x="0" y="133582"/>
                </a:moveTo>
                <a:lnTo>
                  <a:pt x="2861894" y="133582"/>
                </a:lnTo>
                <a:lnTo>
                  <a:pt x="2861894" y="0"/>
                </a:lnTo>
                <a:lnTo>
                  <a:pt x="0" y="0"/>
                </a:lnTo>
                <a:lnTo>
                  <a:pt x="0" y="133582"/>
                </a:lnTo>
                <a:close/>
              </a:path>
            </a:pathLst>
          </a:custGeom>
          <a:ln xmlns:a="http://schemas.openxmlformats.org/drawingml/2006/main" w="8433">
            <a:solidFill>
              <a:srgbClr val="7B39EC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5" name="object 545">
            <a:extLst xmlns:a="http://schemas.openxmlformats.org/drawingml/2006/main">
              <a:ext uri="{FF2B5EF4-FFF2-40B4-BE49-F238E27FC236}">
                <a16:creationId xmlns:a16="http://schemas.microsoft.com/office/drawing/2014/main" id="{9F744E28-F219-4A76-B646-3014E8017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5177" y="2106952"/>
            <a:ext cx="286194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</p:spPr>
        <p:txBody>
          <a:bodyPr xmlns:a="http://schemas.openxmlformats.org/drawingml/2006/main" vert="horz" wrap="square" lIns="0" tIns="53975" rIns="0" bIns="0">
            <a:spAutoFit/>
          </a:bodyPr>
          <a:lstStyle xmlns:a="http://schemas.openxmlformats.org/drawingml/2006/main"/>
          <a:p xmlns:a="http://schemas.openxmlformats.org/drawingml/2006/main">
            <a:pPr marL="60960" marR="111760">
              <a:lnSpc>
                <a:spcPts val="1400"/>
              </a:lnSpc>
              <a:spcBef>
                <a:spcPts val="425"/>
              </a:spcBef>
              <a:buNone/>
            </a:pP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Pruned</a:t>
            </a:r>
            <a:r>
              <a:rPr sz="1200" b="1" spc="-40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Direction-</a:t>
            </a: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Head</a:t>
            </a:r>
            <a:r>
              <a:rPr sz="1200" b="1" spc="-2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Transfer</a:t>
            </a:r>
            <a:r>
              <a:rPr sz="1200" b="1" spc="-40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20">
                <a:solidFill>
                  <a:srgbClr val="1C2B4A"/>
                </a:solidFill>
                <a:latin typeface="Arial"/>
                <a:ea typeface="Arial"/>
                <a:cs typeface="Arial"/>
              </a:rPr>
              <a:t>(50%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Sparsity)</a:t>
            </a:r>
            <a:endParaRPr sz="1200">
              <a:latin typeface="Arial"/>
              <a:ea typeface="Arial"/>
              <a:cs typeface="Arial"/>
            </a:endParaRPr>
          </a:p>
          <a:p xmlns:a="http://schemas.openxmlformats.org/drawingml/2006/main">
            <a:pPr marL="60960" marR="69850">
              <a:lnSpc>
                <a:spcPct val="119500"/>
              </a:lnSpc>
              <a:spcBef>
                <a:spcPts val="790"/>
              </a:spcBef>
              <a:buNone/>
            </a:pP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Applies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global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magnitude</a:t>
            </a:r>
            <a:r>
              <a:rPr sz="1200" spc="-3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pruning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to</a:t>
            </a:r>
            <a:r>
              <a:rPr sz="120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a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direction-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head</a:t>
            </a:r>
            <a:r>
              <a:rPr sz="1200" spc="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checkpoint.</a:t>
            </a:r>
            <a:r>
              <a:rPr sz="1200" spc="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Moderate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pruning</a:t>
            </a:r>
            <a:r>
              <a:rPr sz="1200" spc="-3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acts</a:t>
            </a:r>
            <a:r>
              <a:rPr sz="120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as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regularization,</a:t>
            </a:r>
            <a:r>
              <a:rPr sz="1200" spc="-1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improving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generalization</a:t>
            </a:r>
            <a:r>
              <a:rPr sz="1200" spc="-4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during</a:t>
            </a:r>
            <a:r>
              <a:rPr sz="1200" spc="-6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interval</a:t>
            </a:r>
            <a:r>
              <a:rPr sz="120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transfer.</a:t>
            </a:r>
            <a:endParaRPr sz="12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60960">
              <a:lnSpc>
                <a:spcPct val="100000"/>
              </a:lnSpc>
              <a:spcBef>
                <a:spcPts val="284"/>
              </a:spcBef>
              <a:buNone/>
            </a:pP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Best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for</a:t>
            </a:r>
            <a:r>
              <a:rPr sz="120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hour.</a:t>
            </a:r>
            <a:endParaRPr sz="1200">
              <a:latin typeface="Arial MT"/>
              <a:ea typeface="Arial MT"/>
              <a:cs typeface="Arial MT"/>
            </a:endParaRPr>
          </a:p>
        </p:txBody>
      </p:sp>
      <p:sp>
        <p:nvSpPr>
          <p:cNvPr id="547" name="object 547">
            <a:extLst xmlns:a="http://schemas.openxmlformats.org/drawingml/2006/main">
              <a:ext uri="{FF2B5EF4-FFF2-40B4-BE49-F238E27FC236}">
                <a16:creationId xmlns:a16="http://schemas.microsoft.com/office/drawing/2014/main" id="{A775AC70-021E-431C-BB39-12D50B9D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27790" y="1973370"/>
            <a:ext cx="2861945" cy="1943100"/>
          </a:xfrm>
          <a:custGeom xmlns:a="http://schemas.openxmlformats.org/drawingml/2006/main">
            <a:rect l="l" t="t" r="r" b="b"/>
            <a:pathLst>
              <a:path w="2861944" h="1943100">
                <a:moveTo>
                  <a:pt x="0" y="1943011"/>
                </a:moveTo>
                <a:lnTo>
                  <a:pt x="2861894" y="1943011"/>
                </a:lnTo>
                <a:lnTo>
                  <a:pt x="2861894" y="0"/>
                </a:lnTo>
                <a:lnTo>
                  <a:pt x="0" y="0"/>
                </a:lnTo>
                <a:lnTo>
                  <a:pt x="0" y="1943011"/>
                </a:lnTo>
                <a:close/>
              </a:path>
            </a:pathLst>
          </a:custGeom>
          <a:ln xmlns:a="http://schemas.openxmlformats.org/drawingml/2006/main" w="16866">
            <a:solidFill>
              <a:srgbClr val="C87A09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8" name="object 548">
            <a:extLst xmlns:a="http://schemas.openxmlformats.org/drawingml/2006/main">
              <a:ext uri="{FF2B5EF4-FFF2-40B4-BE49-F238E27FC236}">
                <a16:creationId xmlns:a16="http://schemas.microsoft.com/office/drawing/2014/main" id="{DA3A142D-E08C-4290-874B-9C9490C85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27790" y="1973370"/>
            <a:ext cx="2861945" cy="133985"/>
          </a:xfrm>
          <a:custGeom xmlns:a="http://schemas.openxmlformats.org/drawingml/2006/main">
            <a:rect l="l" t="t" r="r" b="b"/>
            <a:pathLst>
              <a:path w="2861944" h="133985">
                <a:moveTo>
                  <a:pt x="2861894" y="0"/>
                </a:moveTo>
                <a:lnTo>
                  <a:pt x="0" y="0"/>
                </a:lnTo>
                <a:lnTo>
                  <a:pt x="0" y="133582"/>
                </a:lnTo>
                <a:lnTo>
                  <a:pt x="2861894" y="133582"/>
                </a:lnTo>
                <a:lnTo>
                  <a:pt x="2861894" y="0"/>
                </a:lnTo>
                <a:close/>
              </a:path>
            </a:pathLst>
          </a:custGeom>
          <a:solidFill xmlns:a="http://schemas.openxmlformats.org/drawingml/2006/main">
            <a:srgbClr val="C87A09"/>
          </a:solidFill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9" name="object 549">
            <a:extLst xmlns:a="http://schemas.openxmlformats.org/drawingml/2006/main">
              <a:ext uri="{FF2B5EF4-FFF2-40B4-BE49-F238E27FC236}">
                <a16:creationId xmlns:a16="http://schemas.microsoft.com/office/drawing/2014/main" id="{0E8EA448-FE58-4113-88AE-25A2D41F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127790" y="1973370"/>
            <a:ext cx="2861945" cy="133985"/>
          </a:xfrm>
          <a:custGeom xmlns:a="http://schemas.openxmlformats.org/drawingml/2006/main">
            <a:rect l="l" t="t" r="r" b="b"/>
            <a:pathLst>
              <a:path w="2861944" h="133985">
                <a:moveTo>
                  <a:pt x="0" y="133582"/>
                </a:moveTo>
                <a:lnTo>
                  <a:pt x="2861894" y="133582"/>
                </a:lnTo>
                <a:lnTo>
                  <a:pt x="2861894" y="0"/>
                </a:lnTo>
                <a:lnTo>
                  <a:pt x="0" y="0"/>
                </a:lnTo>
                <a:lnTo>
                  <a:pt x="0" y="133582"/>
                </a:lnTo>
                <a:close/>
              </a:path>
            </a:pathLst>
          </a:custGeom>
          <a:ln xmlns:a="http://schemas.openxmlformats.org/drawingml/2006/main" w="8433">
            <a:solidFill>
              <a:srgbClr val="C87A09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0" name="object 550">
            <a:extLst xmlns:a="http://schemas.openxmlformats.org/drawingml/2006/main">
              <a:ext uri="{FF2B5EF4-FFF2-40B4-BE49-F238E27FC236}">
                <a16:creationId xmlns:a16="http://schemas.microsoft.com/office/drawing/2014/main" id="{512DB71F-2D99-4211-9CBD-4F006BF55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7791" y="2106952"/>
            <a:ext cx="286194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</p:spPr>
        <p:txBody>
          <a:bodyPr xmlns:a="http://schemas.openxmlformats.org/drawingml/2006/main" vert="horz" wrap="square" lIns="0" tIns="57150" rIns="0" bIns="0">
            <a:spAutoFit/>
          </a:bodyPr>
          <a:lstStyle xmlns:a="http://schemas.openxmlformats.org/drawingml/2006/main"/>
          <a:p xmlns:a="http://schemas.openxmlformats.org/drawingml/2006/main">
            <a:pPr marL="91440" marR="344170">
              <a:lnSpc>
                <a:spcPts val="1400"/>
              </a:lnSpc>
              <a:spcBef>
                <a:spcPts val="450"/>
              </a:spcBef>
              <a:buNone/>
            </a:pPr>
            <a:r>
              <a:rPr sz="1200" b="1" spc="-20">
                <a:solidFill>
                  <a:srgbClr val="1C2B4A"/>
                </a:solidFill>
                <a:latin typeface="Arial"/>
                <a:ea typeface="Arial"/>
                <a:cs typeface="Arial"/>
              </a:rPr>
              <a:t>Consecutive-</a:t>
            </a:r>
            <a:r>
              <a:rPr sz="120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Path</a:t>
            </a:r>
            <a:r>
              <a:rPr sz="1200" b="1" spc="4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20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Autoregressive Adapter</a:t>
            </a:r>
            <a:endParaRPr sz="1200">
              <a:latin typeface="Arial"/>
              <a:ea typeface="Arial"/>
              <a:cs typeface="Arial"/>
            </a:endParaRPr>
          </a:p>
          <a:p xmlns:a="http://schemas.openxmlformats.org/drawingml/2006/main">
            <a:pPr marL="60960" marR="78105">
              <a:lnSpc>
                <a:spcPct val="119500"/>
              </a:lnSpc>
              <a:spcBef>
                <a:spcPts val="765"/>
              </a:spcBef>
              <a:buNone/>
            </a:pP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Predicts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structured</a:t>
            </a:r>
            <a:r>
              <a:rPr sz="1200" spc="-5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multi-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step</a:t>
            </a:r>
            <a:r>
              <a:rPr sz="1200" spc="-5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future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paths</a:t>
            </a:r>
            <a:r>
              <a:rPr sz="1200" spc="-3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rather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than</a:t>
            </a:r>
            <a:r>
              <a:rPr sz="120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120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single</a:t>
            </a:r>
            <a:r>
              <a:rPr sz="120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next-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bar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label.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Last</a:t>
            </a:r>
            <a:r>
              <a:rPr sz="120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6</a:t>
            </a:r>
            <a:r>
              <a:rPr sz="120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transformer</a:t>
            </a:r>
            <a:r>
              <a:rPr sz="1200" spc="-3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layers</a:t>
            </a:r>
            <a:r>
              <a:rPr sz="1200" spc="-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unfrozen</a:t>
            </a:r>
            <a:r>
              <a:rPr sz="1200" spc="-2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25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for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path-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consistent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20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day</a:t>
            </a:r>
            <a:r>
              <a:rPr sz="1200" spc="-4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2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forecasting</a:t>
            </a:r>
            <a:r>
              <a:rPr sz="600" spc="-10">
                <a:solidFill>
                  <a:srgbClr val="333333"/>
                </a:solidFill>
                <a:latin typeface="Arial MT"/>
                <a:ea typeface="Arial MT"/>
                <a:cs typeface="Arial MT"/>
              </a:rPr>
              <a:t>.</a:t>
            </a:r>
            <a:endParaRPr sz="600">
              <a:latin typeface="Arial MT"/>
              <a:ea typeface="Arial MT"/>
              <a:cs typeface="Arial MT"/>
            </a:endParaRPr>
          </a:p>
        </p:txBody>
      </p:sp>
      <p:sp>
        <p:nvSpPr>
          <p:cNvPr id="551" name="object 551">
            <a:extLst xmlns:a="http://schemas.openxmlformats.org/drawingml/2006/main">
              <a:ext uri="{FF2B5EF4-FFF2-40B4-BE49-F238E27FC236}">
                <a16:creationId xmlns:a16="http://schemas.microsoft.com/office/drawing/2014/main" id="{0CDD7E4D-58F5-4D0A-950E-9D126D980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4026301"/>
            <a:ext cx="8732520" cy="615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8719185" algn="l"/>
              </a:tabLst>
            </a:pPr>
            <a:r>
              <a:rPr sz="1600" b="1" u="sng" spc="-30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DATASET</a:t>
            </a:r>
            <a:r>
              <a:rPr sz="1600" b="1" u="sng" spc="-5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&amp;</a:t>
            </a:r>
            <a:r>
              <a:rPr sz="1600" b="1" u="sng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TRAINING</a:t>
            </a:r>
            <a:r>
              <a:rPr sz="1600" b="1" u="sng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PIPELINE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  <a:p xmlns:a="http://schemas.openxmlformats.org/drawingml/2006/main">
            <a:pPr marL="73025">
              <a:lnSpc>
                <a:spcPct val="100000"/>
              </a:lnSpc>
              <a:spcBef>
                <a:spcPts val="1055"/>
              </a:spcBef>
              <a:buNone/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BTCUSDT</a:t>
            </a:r>
            <a:r>
              <a:rPr sz="1400" b="1" spc="-6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OHLCV</a:t>
            </a:r>
            <a:r>
              <a:rPr sz="1400" b="1" spc="-5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</a:t>
            </a:r>
            <a:r>
              <a:rPr sz="1400" b="1" spc="-7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across</a:t>
            </a:r>
            <a:r>
              <a:rPr sz="1400" b="1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three</a:t>
            </a:r>
            <a:r>
              <a:rPr sz="1400" b="1" spc="-6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400" b="1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resolutions:</a:t>
            </a:r>
            <a:endParaRPr sz="1400">
              <a:latin typeface="Arial"/>
              <a:ea typeface="Arial"/>
              <a:cs typeface="Arial"/>
            </a:endParaRPr>
          </a:p>
        </p:txBody>
      </p:sp>
      <p:sp>
        <p:nvSpPr>
          <p:cNvPr id="552" name="object 552">
            <a:extLst xmlns:a="http://schemas.openxmlformats.org/drawingml/2006/main">
              <a:ext uri="{FF2B5EF4-FFF2-40B4-BE49-F238E27FC236}">
                <a16:creationId xmlns:a16="http://schemas.microsoft.com/office/drawing/2014/main" id="{04769548-5E05-4480-8348-1E19B7D5C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1004" y="4616288"/>
            <a:ext cx="8378825" cy="10458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54610" rIns="0" bIns="0">
            <a:spAutoFit/>
          </a:bodyPr>
          <a:lstStyle xmlns:a="http://schemas.openxmlformats.org/drawingml/2006/main"/>
          <a:p xmlns:a="http://schemas.openxmlformats.org/drawingml/2006/main">
            <a:pPr marL="240029" indent="-227329">
              <a:lnSpc>
                <a:spcPct val="100000"/>
              </a:lnSpc>
              <a:spcBef>
                <a:spcPts val="430"/>
              </a:spcBef>
              <a:buChar char="•"/>
              <a:tabLst>
                <a:tab pos="240029" algn="l"/>
              </a:tabLst>
            </a:pP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5-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minute: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2018–2025,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512-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bar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lookback,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batch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64,</a:t>
            </a:r>
            <a:r>
              <a:rPr sz="14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LR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5×10</a:t>
            </a:r>
            <a:r>
              <a:rPr sz="1400" spc="-150">
                <a:solidFill>
                  <a:srgbClr val="111111"/>
                </a:solidFill>
                <a:latin typeface="Cambria Math"/>
                <a:ea typeface="Cambria Math"/>
                <a:cs typeface="Cambria Math"/>
              </a:rPr>
              <a:t>⁻</a:t>
            </a:r>
            <a:r>
              <a:rPr sz="1400" spc="-1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⁴,</a:t>
            </a:r>
            <a:r>
              <a:rPr sz="140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10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epochs,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cross-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entropy</a:t>
            </a:r>
            <a:r>
              <a:rPr sz="14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directional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loss</a:t>
            </a:r>
            <a:endParaRPr sz="14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indent="-227329">
              <a:lnSpc>
                <a:spcPct val="100000"/>
              </a:lnSpc>
              <a:spcBef>
                <a:spcPts val="325"/>
              </a:spcBef>
              <a:buChar char="•"/>
              <a:tabLst>
                <a:tab pos="240029" algn="l"/>
              </a:tabLst>
            </a:pP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hour: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Pruned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from</a:t>
            </a:r>
            <a:r>
              <a:rPr sz="14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5-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min</a:t>
            </a:r>
            <a:r>
              <a:rPr sz="14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direction-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head</a:t>
            </a:r>
            <a:r>
              <a:rPr sz="14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via</a:t>
            </a:r>
            <a:r>
              <a:rPr sz="14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global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magnitude</a:t>
            </a:r>
            <a:r>
              <a:rPr sz="1400" spc="-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sparsity</a:t>
            </a:r>
            <a:r>
              <a:rPr sz="140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sweep</a:t>
            </a:r>
            <a:r>
              <a:rPr sz="1400" spc="-4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(25%/50%/75%)</a:t>
            </a:r>
            <a:endParaRPr sz="140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240029" marR="5080" indent="-227965">
              <a:lnSpc>
                <a:spcPct val="119500"/>
              </a:lnSpc>
              <a:buChar char="•"/>
              <a:tabLst>
                <a:tab pos="240029" algn="l"/>
              </a:tabLst>
            </a:pP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day: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minute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data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2017–2024,</a:t>
            </a:r>
            <a:r>
              <a:rPr sz="14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256-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step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lookback,</a:t>
            </a:r>
            <a:r>
              <a:rPr sz="1400" spc="-3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16-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step</a:t>
            </a:r>
            <a:r>
              <a:rPr sz="14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horizon,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LR</a:t>
            </a:r>
            <a:r>
              <a:rPr sz="140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3×10</a:t>
            </a:r>
            <a:r>
              <a:rPr sz="1400" spc="-150">
                <a:solidFill>
                  <a:srgbClr val="111111"/>
                </a:solidFill>
                <a:latin typeface="Cambria Math"/>
                <a:ea typeface="Cambria Math"/>
                <a:cs typeface="Cambria Math"/>
              </a:rPr>
              <a:t>⁻</a:t>
            </a:r>
            <a:r>
              <a:rPr sz="1400" spc="-1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⁶,</a:t>
            </a:r>
            <a:r>
              <a:rPr sz="140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consecutive-path-</a:t>
            </a:r>
            <a:r>
              <a:rPr sz="140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only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loss,</a:t>
            </a:r>
            <a:r>
              <a:rPr sz="1400" spc="-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last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6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layers</a:t>
            </a:r>
            <a:r>
              <a:rPr sz="140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40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unfrozen</a:t>
            </a:r>
            <a:endParaRPr sz="1400">
              <a:latin typeface="Arial MT"/>
              <a:ea typeface="Arial MT"/>
              <a:cs typeface="Arial MT"/>
            </a:endParaRPr>
          </a:p>
        </p:txBody>
      </p:sp>
      <p:sp>
        <p:nvSpPr>
          <p:cNvPr id="553" name="object 553">
            <a:extLst xmlns:a="http://schemas.openxmlformats.org/drawingml/2006/main">
              <a:ext uri="{FF2B5EF4-FFF2-40B4-BE49-F238E27FC236}">
                <a16:creationId xmlns:a16="http://schemas.microsoft.com/office/drawing/2014/main" id="{D16BCD39-687D-4605-99E2-F6FC65D71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5878032"/>
            <a:ext cx="873252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2065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5"/>
              </a:spcBef>
              <a:buNone/>
              <a:tabLst>
                <a:tab pos="871918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RESULTS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graphicFrame>
        <p:nvGraphicFramePr>
          <p:cNvPr id="958" name="object 554"/>
          <p:cNvGraphicFramePr/>
          <p:nvPr/>
        </p:nvGraphicFramePr>
        <p:xfrm>
          <a:off xmlns:a="http://schemas.openxmlformats.org/drawingml/2006/main" x="5282563" y="6223708"/>
          <a:ext xmlns:a="http://schemas.openxmlformats.org/drawingml/2006/main" cx="8707754" cy="19405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92425"/>
                <a:gridCol w="2922904"/>
                <a:gridCol w="2892425"/>
              </a:tblGrid>
              <a:tr h="323215">
                <a:tc>
                  <a:txBody>
                    <a:bodyPr/>
                    <a:lstStyle/>
                    <a:p>
                      <a:pPr marR="22860" algn="ctr">
                        <a:lnSpc>
                          <a:spcPct val="100000"/>
                        </a:lnSpc>
                        <a:spcBef>
                          <a:spcPts val="650"/>
                        </a:spcBef>
                        <a:buNone/>
                      </a:pP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5-MINUTE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2550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650"/>
                        </a:spcBef>
                        <a:buNone/>
                      </a:pP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1-</a:t>
                      </a:r>
                      <a:r>
                        <a:rPr sz="120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HOUR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2550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650"/>
                        </a:spcBef>
                        <a:buNone/>
                      </a:pP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1-</a:t>
                      </a:r>
                      <a:r>
                        <a:rPr sz="1200" b="1" spc="-2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2550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marR="20955" algn="ctr">
                        <a:lnSpc>
                          <a:spcPct val="10000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sz="21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51.40%</a:t>
                      </a:r>
                      <a:endParaRPr sz="2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34290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sz="21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53.67%</a:t>
                      </a:r>
                      <a:endParaRPr sz="2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34290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2384" algn="ctr">
                        <a:lnSpc>
                          <a:spcPct val="100000"/>
                        </a:lnSpc>
                        <a:spcBef>
                          <a:spcPts val="270"/>
                        </a:spcBef>
                        <a:buNone/>
                      </a:pPr>
                      <a:r>
                        <a:rPr sz="21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62.67%</a:t>
                      </a:r>
                      <a:endParaRPr sz="21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34290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235585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95"/>
                        </a:spcBef>
                        <a:buNone/>
                      </a:pPr>
                      <a:r>
                        <a:rPr sz="90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Directional</a:t>
                      </a:r>
                      <a:r>
                        <a:rPr sz="900" spc="3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Accuracy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2065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95"/>
                        </a:spcBef>
                        <a:buNone/>
                      </a:pPr>
                      <a:r>
                        <a:rPr sz="90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Directional</a:t>
                      </a:r>
                      <a:r>
                        <a:rPr sz="900" spc="3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Accuracy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2065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3020" algn="ctr">
                        <a:lnSpc>
                          <a:spcPct val="100000"/>
                        </a:lnSpc>
                        <a:spcBef>
                          <a:spcPts val="95"/>
                        </a:spcBef>
                        <a:buNone/>
                      </a:pPr>
                      <a:r>
                        <a:rPr sz="90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Directional</a:t>
                      </a:r>
                      <a:r>
                        <a:rPr sz="900" spc="3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Accuracy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2065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R="22225" algn="ctr">
                        <a:lnSpc>
                          <a:spcPct val="100000"/>
                        </a:lnSpc>
                        <a:spcBef>
                          <a:spcPts val="570"/>
                        </a:spcBef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5,836.58</a:t>
                      </a:r>
                      <a:r>
                        <a:rPr sz="1050" b="1" spc="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05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USDT</a:t>
                      </a:r>
                      <a:endParaRPr sz="10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72390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570"/>
                        </a:spcBef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6,069.51</a:t>
                      </a:r>
                      <a:r>
                        <a:rPr sz="1050" b="1" spc="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05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USDT</a:t>
                      </a:r>
                      <a:endParaRPr sz="10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72390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0480" algn="ctr">
                        <a:lnSpc>
                          <a:spcPct val="100000"/>
                        </a:lnSpc>
                        <a:spcBef>
                          <a:spcPts val="570"/>
                        </a:spcBef>
                        <a:buNone/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28,035.71</a:t>
                      </a:r>
                      <a:r>
                        <a:rPr sz="1050" b="1" spc="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05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USDT</a:t>
                      </a:r>
                      <a:endParaRPr sz="105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72390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170815">
                <a:tc>
                  <a:txBody>
                    <a:bodyPr/>
                    <a:lstStyle/>
                    <a:p>
                      <a:pPr marR="22225" algn="ctr">
                        <a:lnSpc>
                          <a:spcPct val="100000"/>
                        </a:lnSpc>
                        <a:spcBef>
                          <a:spcPts val="105"/>
                        </a:spcBef>
                        <a:buNone/>
                      </a:pPr>
                      <a:r>
                        <a:rPr sz="8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Frictionless</a:t>
                      </a:r>
                      <a:r>
                        <a:rPr sz="800" spc="4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25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PnL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3335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05"/>
                        </a:spcBef>
                        <a:buNone/>
                      </a:pPr>
                      <a:r>
                        <a:rPr sz="8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Frictionless</a:t>
                      </a:r>
                      <a:r>
                        <a:rPr sz="800" spc="4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25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PnL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3335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1115" algn="ctr">
                        <a:lnSpc>
                          <a:spcPct val="100000"/>
                        </a:lnSpc>
                        <a:spcBef>
                          <a:spcPts val="105"/>
                        </a:spcBef>
                        <a:buNone/>
                      </a:pPr>
                      <a:r>
                        <a:rPr sz="800" spc="-1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Frictionless</a:t>
                      </a:r>
                      <a:r>
                        <a:rPr sz="800" spc="40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25">
                          <a:solidFill>
                            <a:srgbClr val="DDEDED"/>
                          </a:solidFill>
                          <a:latin typeface="Arial MT"/>
                          <a:ea typeface="Arial MT"/>
                          <a:cs typeface="Arial MT"/>
                        </a:rPr>
                        <a:t>PnL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13335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245745">
                <a:tc>
                  <a:txBody>
                    <a:bodyPr/>
                    <a:lstStyle/>
                    <a:p>
                      <a:pPr marR="24130" algn="ctr">
                        <a:lnSpc>
                          <a:spcPct val="100000"/>
                        </a:lnSpc>
                        <a:spcBef>
                          <a:spcPts val="190"/>
                        </a:spcBef>
                        <a:buNone/>
                      </a:pP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Margin:</a:t>
                      </a:r>
                      <a:r>
                        <a:rPr sz="800" spc="-2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+1.24</a:t>
                      </a:r>
                      <a:r>
                        <a:rPr sz="800" spc="-2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r>
                        <a:rPr sz="800" spc="39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|</a:t>
                      </a:r>
                      <a:r>
                        <a:rPr sz="800" spc="40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Return:</a:t>
                      </a:r>
                      <a:r>
                        <a:rPr sz="800" spc="-3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2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1.72%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24130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90"/>
                        </a:spcBef>
                        <a:buNone/>
                      </a:pP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Margin:</a:t>
                      </a:r>
                      <a:r>
                        <a:rPr sz="800" spc="-2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+2.94</a:t>
                      </a:r>
                      <a:r>
                        <a:rPr sz="800" spc="-2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r>
                        <a:rPr sz="800" spc="39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|</a:t>
                      </a:r>
                      <a:r>
                        <a:rPr sz="800" spc="40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Return:</a:t>
                      </a:r>
                      <a:r>
                        <a:rPr sz="800" spc="-3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2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4.31%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24130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28575" algn="ctr">
                        <a:lnSpc>
                          <a:spcPct val="100000"/>
                        </a:lnSpc>
                        <a:spcBef>
                          <a:spcPts val="190"/>
                        </a:spcBef>
                        <a:buNone/>
                      </a:pP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Margin:</a:t>
                      </a:r>
                      <a:r>
                        <a:rPr sz="800" spc="-2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+9.33</a:t>
                      </a:r>
                      <a:r>
                        <a:rPr sz="800" spc="-2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r>
                        <a:rPr sz="800" spc="39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|</a:t>
                      </a:r>
                      <a:r>
                        <a:rPr sz="800" spc="405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Return:</a:t>
                      </a:r>
                      <a:r>
                        <a:rPr sz="800" spc="-3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800" spc="-10">
                          <a:solidFill>
                            <a:srgbClr val="FFFFFF"/>
                          </a:solidFill>
                          <a:latin typeface="Arial MT"/>
                          <a:ea typeface="Arial MT"/>
                          <a:cs typeface="Arial MT"/>
                        </a:rPr>
                        <a:t>43.30%</a:t>
                      </a:r>
                      <a:endParaRPr sz="8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24130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  <a:tr h="330835">
                <a:tc>
                  <a:txBody>
                    <a:bodyPr/>
                    <a:lstStyle/>
                    <a:p>
                      <a:pPr marR="20955" algn="ctr">
                        <a:lnSpc>
                          <a:spcPct val="10000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sz="800" i="1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Native</a:t>
                      </a:r>
                      <a:r>
                        <a:rPr sz="800" i="1" spc="-1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 Direction-</a:t>
                      </a:r>
                      <a:r>
                        <a:rPr sz="800" i="1" spc="-2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Head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8265" marB="0"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0D6D82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sz="800" i="1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50% </a:t>
                      </a:r>
                      <a:r>
                        <a:rPr sz="800" i="1" spc="-1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Pruned</a:t>
                      </a:r>
                      <a:r>
                        <a:rPr sz="800" i="1" spc="-5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800" i="1" spc="-1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Direction-</a:t>
                      </a:r>
                      <a:r>
                        <a:rPr sz="800" i="1" spc="-2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Head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8265" marB="0">
                    <a:lnL w="76200">
                      <a:solidFill>
                        <a:srgbClr val="FFFFFF"/>
                      </a:solidFill>
                      <a:prstDash val="solid"/>
                    </a:lnL>
                    <a:lnR w="76200">
                      <a:solidFill>
                        <a:srgbClr val="FFFFFF"/>
                      </a:solidFill>
                      <a:prstDash val="solid"/>
                    </a:lnR>
                    <a:solidFill>
                      <a:srgbClr val="7B39EC"/>
                    </a:solidFill>
                  </a:tcPr>
                </a:tc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695"/>
                        </a:spcBef>
                        <a:buNone/>
                      </a:pPr>
                      <a:r>
                        <a:rPr sz="800" i="1" spc="-1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Consecutive-Path</a:t>
                      </a:r>
                      <a:r>
                        <a:rPr sz="800" i="1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800" i="1" spc="-10">
                          <a:solidFill>
                            <a:srgbClr val="DDEDFF"/>
                          </a:solidFill>
                          <a:latin typeface="Arial"/>
                          <a:ea typeface="Arial"/>
                          <a:cs typeface="Arial"/>
                        </a:rPr>
                        <a:t>Adapter</a:t>
                      </a:r>
                      <a:endParaRPr sz="8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88265" marB="0">
                    <a:lnL w="76200">
                      <a:solidFill>
                        <a:srgbClr val="FFFFFF"/>
                      </a:solidFill>
                      <a:prstDash val="solid"/>
                    </a:lnL>
                    <a:solidFill>
                      <a:srgbClr val="B45209"/>
                    </a:solidFill>
                  </a:tcPr>
                </a:tc>
              </a:tr>
            </a:tbl>
          </a:graphicData>
        </a:graphic>
      </p:graphicFrame>
      <p:sp>
        <p:nvSpPr>
          <p:cNvPr id="555" name="object 555">
            <a:extLst xmlns:a="http://schemas.openxmlformats.org/drawingml/2006/main">
              <a:ext uri="{FF2B5EF4-FFF2-40B4-BE49-F238E27FC236}">
                <a16:creationId xmlns:a16="http://schemas.microsoft.com/office/drawing/2014/main" id="{87506B1D-E247-459D-99E7-3B707172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4001" y="7134495"/>
            <a:ext cx="2619375" cy="0"/>
          </a:xfrm>
          <a:custGeom xmlns:a="http://schemas.openxmlformats.org/drawingml/2006/main">
            <a:rect l="l" t="t" r="r" b="b"/>
            <a:pathLst>
              <a:path w="2619375" h="0">
                <a:moveTo>
                  <a:pt x="0" y="0"/>
                </a:moveTo>
                <a:lnTo>
                  <a:pt x="2619018" y="0"/>
                </a:lnTo>
              </a:path>
            </a:pathLst>
          </a:custGeom>
          <a:ln xmlns:a="http://schemas.openxmlformats.org/drawingml/2006/main" w="4216">
            <a:solidFill>
              <a:srgbClr val="FFFFFF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6" name="object 556">
            <a:extLst xmlns:a="http://schemas.openxmlformats.org/drawingml/2006/main">
              <a:ext uri="{FF2B5EF4-FFF2-40B4-BE49-F238E27FC236}">
                <a16:creationId xmlns:a16="http://schemas.microsoft.com/office/drawing/2014/main" id="{CB492DAF-4F2F-46B1-A5BB-E2D3F57B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6615" y="7134495"/>
            <a:ext cx="2619375" cy="0"/>
          </a:xfrm>
          <a:custGeom xmlns:a="http://schemas.openxmlformats.org/drawingml/2006/main">
            <a:rect l="l" t="t" r="r" b="b"/>
            <a:pathLst>
              <a:path w="2619375" h="0">
                <a:moveTo>
                  <a:pt x="0" y="0"/>
                </a:moveTo>
                <a:lnTo>
                  <a:pt x="2619018" y="0"/>
                </a:lnTo>
              </a:path>
            </a:pathLst>
          </a:custGeom>
          <a:ln xmlns:a="http://schemas.openxmlformats.org/drawingml/2006/main" w="4216">
            <a:solidFill>
              <a:srgbClr val="FFFFFF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57" name="object 557">
            <a:extLst xmlns:a="http://schemas.openxmlformats.org/drawingml/2006/main">
              <a:ext uri="{FF2B5EF4-FFF2-40B4-BE49-F238E27FC236}">
                <a16:creationId xmlns:a16="http://schemas.microsoft.com/office/drawing/2014/main" id="{B4A96242-0AAD-48B7-826E-4AD78E13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9229" y="7134495"/>
            <a:ext cx="2619375" cy="0"/>
          </a:xfrm>
          <a:custGeom xmlns:a="http://schemas.openxmlformats.org/drawingml/2006/main">
            <a:rect l="l" t="t" r="r" b="b"/>
            <a:pathLst>
              <a:path w="2619375" h="0">
                <a:moveTo>
                  <a:pt x="0" y="0"/>
                </a:moveTo>
                <a:lnTo>
                  <a:pt x="2619018" y="0"/>
                </a:lnTo>
              </a:path>
            </a:pathLst>
          </a:custGeom>
          <a:ln xmlns:a="http://schemas.openxmlformats.org/drawingml/2006/main" w="4216">
            <a:solidFill>
              <a:srgbClr val="FFFFFF"/>
            </a:solidFill>
          </a:ln>
        </p:spPr>
        <p:txBody>
          <a:bodyPr xmlns:a="http://schemas.openxmlformats.org/drawingml/2006/main" wrap="square" lIns="0" tIns="0" rIns="0" bIns="0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962" name="object 55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b3efabb02240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28135" y="8451864"/>
            <a:ext cx="4204736" cy="3235208"/>
          </a:xfrm>
          <a:prstGeom xmlns:a="http://schemas.openxmlformats.org/drawingml/2006/main" prst="rect">
            <a:avLst/>
          </a:prstGeom>
        </p:spPr>
      </p:pic>
      <p:sp>
        <p:nvSpPr>
          <p:cNvPr id="559" name="object 559">
            <a:extLst xmlns:a="http://schemas.openxmlformats.org/drawingml/2006/main">
              <a:ext uri="{FF2B5EF4-FFF2-40B4-BE49-F238E27FC236}">
                <a16:creationId xmlns:a16="http://schemas.microsoft.com/office/drawing/2014/main" id="{C2144811-C90E-4807-9E81-5411D5B1B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11828117"/>
            <a:ext cx="8732520" cy="5429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R="36830" algn="ctr">
              <a:lnSpc>
                <a:spcPct val="100000"/>
              </a:lnSpc>
              <a:spcBef>
                <a:spcPts val="130"/>
              </a:spcBef>
              <a:buNone/>
              <a:tabLst>
                <a:tab pos="4458970" algn="l"/>
              </a:tabLst>
            </a:pP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Figure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1:</a:t>
            </a:r>
            <a:r>
              <a:rPr sz="700" i="1" spc="5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Directional</a:t>
            </a:r>
            <a:r>
              <a:rPr sz="700" i="1" spc="8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accuracy</a:t>
            </a:r>
            <a:r>
              <a:rPr sz="700" i="1" spc="5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of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each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horizon</a:t>
            </a:r>
            <a:r>
              <a:rPr sz="700" i="1" spc="10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winner</a:t>
            </a:r>
            <a:r>
              <a:rPr sz="700" i="1" spc="5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vs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majority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baseline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	Figure</a:t>
            </a:r>
            <a:r>
              <a:rPr sz="700" i="1" spc="6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2: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Frictionless</a:t>
            </a:r>
            <a:r>
              <a:rPr sz="700" i="1" spc="7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1</a:t>
            </a:r>
            <a:r>
              <a:rPr sz="700" i="1" spc="8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BTC</a:t>
            </a:r>
            <a:r>
              <a:rPr sz="700" i="1" spc="7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directional-trading</a:t>
            </a:r>
            <a:r>
              <a:rPr sz="700" i="1" spc="6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PnL</a:t>
            </a:r>
            <a:r>
              <a:rPr sz="700" i="1" spc="7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per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horizon</a:t>
            </a:r>
            <a:r>
              <a:rPr sz="700" i="1" spc="11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(USDT)</a:t>
            </a:r>
            <a:endParaRPr sz="700">
              <a:latin typeface="Arial"/>
              <a:ea typeface="Arial"/>
              <a:cs typeface="Arial"/>
            </a:endParaRPr>
          </a:p>
          <a:p xmlns:a="http://schemas.openxmlformats.org/drawingml/2006/main">
            <a:pPr>
              <a:lnSpc>
                <a:spcPct val="100000"/>
              </a:lnSpc>
              <a:spcBef>
                <a:spcPts val="475"/>
              </a:spcBef>
              <a:buNone/>
            </a:pPr>
            <a:endParaRPr sz="700"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lnSpc>
                <a:spcPct val="100000"/>
              </a:lnSpc>
              <a:buNone/>
              <a:tabLst>
                <a:tab pos="8706485" algn="l"/>
              </a:tabLst>
            </a:pP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KEY</a:t>
            </a:r>
            <a:r>
              <a:rPr sz="1600" b="1" u="sng" spc="-8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FINDING:</a:t>
            </a:r>
            <a:r>
              <a:rPr sz="1600" b="1" u="sng" spc="-5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1-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HOUR</a:t>
            </a:r>
            <a:r>
              <a:rPr sz="1600" b="1" u="sng" spc="-50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PRUNING</a:t>
            </a:r>
            <a:r>
              <a:rPr sz="1600" b="1" u="sng" spc="-4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SWEEP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964" name="object 56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b040bcee1444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2415" y="8455166"/>
            <a:ext cx="4207774" cy="3231907"/>
          </a:xfrm>
          <a:prstGeom xmlns:a="http://schemas.openxmlformats.org/drawingml/2006/main" prst="rect">
            <a:avLst/>
          </a:prstGeom>
        </p:spPr>
      </p:pic>
      <p:graphicFrame>
        <p:nvGraphicFramePr>
          <p:cNvPr id="965" name="object 561"/>
          <p:cNvGraphicFramePr/>
          <p:nvPr/>
        </p:nvGraphicFramePr>
        <p:xfrm>
          <a:off xmlns:a="http://schemas.openxmlformats.org/drawingml/2006/main" x="5279190" y="12444045"/>
          <a:ext xmlns:a="http://schemas.openxmlformats.org/drawingml/2006/main" cx="8709024" cy="121285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5795"/>
                <a:gridCol w="1219200"/>
                <a:gridCol w="1741805"/>
                <a:gridCol w="2264409"/>
                <a:gridCol w="1567815"/>
              </a:tblGrid>
              <a:tr h="2425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  <a:buNone/>
                      </a:pP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Variant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26034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04"/>
                        </a:spcBef>
                        <a:buNone/>
                      </a:pP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26034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4"/>
                        </a:spcBef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Margin</a:t>
                      </a:r>
                      <a:r>
                        <a:rPr sz="1200" b="1" spc="-5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vs</a:t>
                      </a:r>
                      <a:r>
                        <a:rPr sz="1200" b="1" spc="-2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20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Base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26034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  <a:buNone/>
                      </a:pPr>
                      <a:r>
                        <a:rPr sz="1200" b="1" spc="-2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Total</a:t>
                      </a:r>
                      <a:r>
                        <a:rPr sz="1200" b="1" spc="-3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200" b="1" spc="-2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PnL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26034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04"/>
                        </a:spcBef>
                        <a:buNone/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Comp.</a:t>
                      </a:r>
                      <a:r>
                        <a:rPr sz="1200" b="1" spc="-45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1200" b="1" spc="-1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Return</a:t>
                      </a:r>
                      <a:endParaRPr sz="12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26034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1C2B4A"/>
                    </a:solidFill>
                  </a:tcPr>
                </a:tc>
              </a:tr>
              <a:tr h="2425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spc="-1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Dense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spc="-1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52.80%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+2.07</a:t>
                      </a:r>
                      <a:r>
                        <a:rPr sz="900" spc="3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-2,726.83</a:t>
                      </a:r>
                      <a:r>
                        <a:rPr sz="900" spc="7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USDT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7.23%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2425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Pruned</a:t>
                      </a:r>
                      <a:r>
                        <a:rPr sz="900" spc="4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25%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spc="-1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53.14%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+2.40</a:t>
                      </a:r>
                      <a:r>
                        <a:rPr sz="900" spc="3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-516.73</a:t>
                      </a:r>
                      <a:r>
                        <a:rPr sz="900" spc="4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USDT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4.02%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  <a:tr h="2425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9"/>
                        </a:spcBef>
                        <a:buNone/>
                      </a:pPr>
                      <a:r>
                        <a:rPr sz="9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Pruned</a:t>
                      </a:r>
                      <a:r>
                        <a:rPr sz="900" b="1" spc="45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9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50%</a:t>
                      </a:r>
                      <a:r>
                        <a:rPr sz="900" b="1" spc="65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900" spc="-50">
                          <a:solidFill>
                            <a:srgbClr val="111111"/>
                          </a:solidFill>
                          <a:latin typeface="Segoe UI Symbol"/>
                          <a:ea typeface="Segoe UI Symbol"/>
                          <a:cs typeface="Segoe UI Symbol"/>
                        </a:rPr>
                        <a:t>★</a:t>
                      </a:r>
                      <a:endParaRPr sz="900">
                        <a:latin typeface="Segoe UI Symbol"/>
                        <a:ea typeface="Segoe UI Symbol"/>
                        <a:cs typeface="Segoe UI Symbol"/>
                      </a:endParaRPr>
                    </a:p>
                  </a:txBody>
                  <a:tcPr marL="0" marR="0" marT="52069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EDF6FF"/>
                    </a:solidFill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b="1" spc="-1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53.67%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EDF6FF"/>
                    </a:solidFill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+2.94</a:t>
                      </a:r>
                      <a:r>
                        <a:rPr sz="900" b="1" spc="35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900" b="1" spc="-25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pp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EDF6FF"/>
                    </a:solidFill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b="1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6,069.51</a:t>
                      </a:r>
                      <a:r>
                        <a:rPr sz="900" b="1" spc="55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 </a:t>
                      </a:r>
                      <a:r>
                        <a:rPr sz="900" b="1" spc="-2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USDT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EDF6FF"/>
                    </a:solidFill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b="1" spc="-20">
                          <a:solidFill>
                            <a:srgbClr val="111111"/>
                          </a:solidFill>
                          <a:latin typeface="Arial"/>
                          <a:ea typeface="Arial"/>
                          <a:cs typeface="Arial"/>
                        </a:rPr>
                        <a:t>4.31%</a:t>
                      </a:r>
                      <a:endParaRPr sz="900">
                        <a:latin typeface="Arial"/>
                        <a:ea typeface="Arial"/>
                        <a:cs typeface="Arial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  <a:solidFill>
                      <a:srgbClr val="EDF6FF"/>
                    </a:solidFill>
                  </a:tcPr>
                </a:tc>
              </a:tr>
              <a:tr h="24257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Pruned</a:t>
                      </a:r>
                      <a:r>
                        <a:rPr sz="900" spc="4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75%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 spc="-1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51.40%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+0.67</a:t>
                      </a:r>
                      <a:r>
                        <a:rPr sz="900" spc="3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pp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-2,936.27</a:t>
                      </a:r>
                      <a:r>
                        <a:rPr sz="900" spc="75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 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USDT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00"/>
                        </a:spcBef>
                        <a:buNone/>
                      </a:pPr>
                      <a:r>
                        <a:rPr sz="90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-</a:t>
                      </a:r>
                      <a:r>
                        <a:rPr sz="900" spc="-20">
                          <a:solidFill>
                            <a:srgbClr val="111111"/>
                          </a:solidFill>
                          <a:latin typeface="Arial MT"/>
                          <a:ea typeface="Arial MT"/>
                          <a:cs typeface="Arial MT"/>
                        </a:rPr>
                        <a:t>5.45%</a:t>
                      </a:r>
                      <a:endParaRPr sz="900">
                        <a:latin typeface="Arial MT"/>
                        <a:ea typeface="Arial MT"/>
                        <a:cs typeface="Arial MT"/>
                      </a:endParaRPr>
                    </a:p>
                  </a:txBody>
                  <a:tcPr marL="0" marR="0" marT="50800" marB="0">
                    <a:lnL w="9525">
                      <a:solidFill>
                        <a:srgbClr val="CCCCCC"/>
                      </a:solidFill>
                      <a:prstDash val="solid"/>
                    </a:lnL>
                    <a:lnR w="9525">
                      <a:solidFill>
                        <a:srgbClr val="CCCCCC"/>
                      </a:solidFill>
                      <a:prstDash val="solid"/>
                    </a:lnR>
                    <a:lnT w="9525">
                      <a:solidFill>
                        <a:srgbClr val="CCCCCC"/>
                      </a:solidFill>
                      <a:prstDash val="solid"/>
                    </a:lnT>
                    <a:lnB w="9525">
                      <a:solidFill>
                        <a:srgbClr val="CCCCCC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562" name="object 562">
            <a:extLst xmlns:a="http://schemas.openxmlformats.org/drawingml/2006/main">
              <a:ext uri="{FF2B5EF4-FFF2-40B4-BE49-F238E27FC236}">
                <a16:creationId xmlns:a16="http://schemas.microsoft.com/office/drawing/2014/main" id="{F8B7C1E0-C966-4910-9302-41E5683BE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13772142"/>
            <a:ext cx="873252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8719185" algn="l"/>
              </a:tabLst>
            </a:pPr>
            <a:r>
              <a:rPr sz="1600" b="1" u="sng" spc="-1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CONCLUSION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sp>
        <p:nvSpPr>
          <p:cNvPr id="563" name="object 563">
            <a:extLst xmlns:a="http://schemas.openxmlformats.org/drawingml/2006/main">
              <a:ext uri="{FF2B5EF4-FFF2-40B4-BE49-F238E27FC236}">
                <a16:creationId xmlns:a16="http://schemas.microsoft.com/office/drawing/2014/main" id="{A7DC3222-25AC-4890-9653-25C9CC644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2563" y="14117194"/>
            <a:ext cx="8707120" cy="17005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5F7"/>
          </a:solidFill>
          <a:ln xmlns:a="http://schemas.openxmlformats.org/drawingml/2006/main" w="8433">
            <a:solidFill>
              <a:srgbClr val="D0D4DD"/>
            </a:solidFill>
          </a:ln>
        </p:spPr>
        <p:txBody>
          <a:bodyPr xmlns:a="http://schemas.openxmlformats.org/drawingml/2006/main" vert="horz" wrap="square" lIns="0" tIns="31115" rIns="0" bIns="0">
            <a:spAutoFit/>
          </a:bodyPr>
          <a:lstStyle xmlns:a="http://schemas.openxmlformats.org/drawingml/2006/main"/>
          <a:p xmlns:a="http://schemas.openxmlformats.org/drawingml/2006/main">
            <a:pPr marL="182245">
              <a:lnSpc>
                <a:spcPct val="100000"/>
              </a:lnSpc>
              <a:spcBef>
                <a:spcPts val="245"/>
              </a:spcBef>
              <a:buNone/>
            </a:pP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winning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adaptation strategy changes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with the forecasting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horizon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 a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single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universal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model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cannot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serve all</a:t>
            </a:r>
            <a:r>
              <a:rPr sz="105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regimes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optimally.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This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182245">
              <a:lnSpc>
                <a:spcPct val="100000"/>
              </a:lnSpc>
              <a:spcBef>
                <a:spcPts val="334"/>
              </a:spcBef>
              <a:buNone/>
            </a:pP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project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delivers an</a:t>
            </a:r>
            <a:r>
              <a:rPr sz="1050" spc="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b="1" spc="-10">
                <a:solidFill>
                  <a:srgbClr val="1C2B4A"/>
                </a:solidFill>
                <a:latin typeface="Arial"/>
                <a:ea typeface="Arial"/>
                <a:cs typeface="Arial"/>
              </a:rPr>
              <a:t>interval-</a:t>
            </a:r>
            <a:r>
              <a:rPr sz="105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aware</a:t>
            </a:r>
            <a:r>
              <a:rPr sz="1050" b="1" spc="2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deployment</a:t>
            </a:r>
            <a:r>
              <a:rPr sz="1050" b="1" spc="55">
                <a:solidFill>
                  <a:srgbClr val="1C2B4A"/>
                </a:solidFill>
                <a:latin typeface="Arial"/>
                <a:ea typeface="Arial"/>
                <a:cs typeface="Arial"/>
              </a:rPr>
              <a:t> </a:t>
            </a:r>
            <a:r>
              <a:rPr sz="1050" b="1">
                <a:solidFill>
                  <a:srgbClr val="1C2B4A"/>
                </a:solidFill>
                <a:latin typeface="Arial"/>
                <a:ea typeface="Arial"/>
                <a:cs typeface="Arial"/>
              </a:rPr>
              <a:t>framework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three</a:t>
            </a:r>
            <a:r>
              <a:rPr sz="1050" spc="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key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conclusions: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410209" indent="-227965">
              <a:lnSpc>
                <a:spcPct val="100000"/>
              </a:lnSpc>
              <a:spcBef>
                <a:spcPts val="330"/>
              </a:spcBef>
              <a:buChar char="•"/>
              <a:tabLst>
                <a:tab pos="410209" algn="l"/>
              </a:tabLst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5-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minute:</a:t>
            </a:r>
            <a:r>
              <a:rPr sz="1050" spc="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Direct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same-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interval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direction-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head supervision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is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best.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Gains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above chance are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modest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(+1.24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pp)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but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positive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and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410209">
              <a:lnSpc>
                <a:spcPct val="100000"/>
              </a:lnSpc>
              <a:spcBef>
                <a:spcPts val="335"/>
              </a:spcBef>
              <a:buNone/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consistent.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410209" marR="465455" indent="-227965">
              <a:lnSpc>
                <a:spcPct val="126499"/>
              </a:lnSpc>
              <a:spcBef>
                <a:spcPts val="200"/>
              </a:spcBef>
              <a:buChar char="•"/>
              <a:tabLst>
                <a:tab pos="410209" algn="l"/>
              </a:tabLst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hour: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Moderate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pruning (50% sparsity)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acts as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regularization,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producing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 only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positive</a:t>
            </a:r>
            <a:r>
              <a:rPr sz="105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hourly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PnL</a:t>
            </a:r>
            <a:r>
              <a:rPr sz="1050" spc="-4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 sweep and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</a:t>
            </a:r>
            <a:r>
              <a:rPr sz="1050" spc="3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+2.94 </a:t>
            </a:r>
            <a:r>
              <a:rPr sz="105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pp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margin.</a:t>
            </a:r>
            <a:endParaRPr sz="1050">
              <a:latin typeface="Arial MT"/>
              <a:ea typeface="Arial MT"/>
              <a:cs typeface="Arial MT"/>
            </a:endParaRPr>
          </a:p>
          <a:p xmlns:a="http://schemas.openxmlformats.org/drawingml/2006/main">
            <a:pPr marL="410209" marR="197485" indent="-227965">
              <a:lnSpc>
                <a:spcPct val="126499"/>
              </a:lnSpc>
              <a:spcBef>
                <a:spcPts val="200"/>
              </a:spcBef>
              <a:buChar char="•"/>
              <a:tabLst>
                <a:tab pos="410209" algn="l"/>
              </a:tabLst>
            </a:pP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1-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day:</a:t>
            </a:r>
            <a:r>
              <a:rPr sz="1050" spc="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Path-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consistent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objectives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with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partial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backbone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unfreezing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(last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6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layers)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deliver</a:t>
            </a:r>
            <a:r>
              <a:rPr sz="1050" spc="-1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62.67%</a:t>
            </a:r>
            <a:r>
              <a:rPr sz="1050" spc="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accuracy and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28,035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USDT</a:t>
            </a:r>
            <a:r>
              <a:rPr sz="1050" spc="-2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PnL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—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 spc="-2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largest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economic effect</a:t>
            </a:r>
            <a:r>
              <a:rPr sz="1050" spc="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in</a:t>
            </a:r>
            <a:r>
              <a:rPr sz="1050" spc="-5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105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the </a:t>
            </a:r>
            <a:r>
              <a:rPr sz="1050" spc="-10">
                <a:solidFill>
                  <a:srgbClr val="111111"/>
                </a:solidFill>
                <a:latin typeface="Arial MT"/>
                <a:ea typeface="Arial MT"/>
                <a:cs typeface="Arial MT"/>
              </a:rPr>
              <a:t>project.</a:t>
            </a:r>
            <a:endParaRPr sz="1050">
              <a:latin typeface="Arial MT"/>
              <a:ea typeface="Arial MT"/>
              <a:cs typeface="Arial MT"/>
            </a:endParaRPr>
          </a:p>
        </p:txBody>
      </p:sp>
      <p:sp>
        <p:nvSpPr>
          <p:cNvPr id="564" name="object 564">
            <a:extLst xmlns:a="http://schemas.openxmlformats.org/drawingml/2006/main">
              <a:ext uri="{FF2B5EF4-FFF2-40B4-BE49-F238E27FC236}">
                <a16:creationId xmlns:a16="http://schemas.microsoft.com/office/drawing/2014/main" id="{CB2A7F8A-1B4E-425F-8E80-20339C09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0285" y="15958283"/>
            <a:ext cx="8732520" cy="26860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143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90"/>
              </a:spcBef>
              <a:buNone/>
              <a:tabLst>
                <a:tab pos="8719185" algn="l"/>
              </a:tabLst>
            </a:pP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WEB</a:t>
            </a:r>
            <a:r>
              <a:rPr sz="1600" b="1" u="sng" spc="-10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APPLICATION</a:t>
            </a:r>
            <a:r>
              <a:rPr sz="1600" b="1" u="sng" spc="-35">
                <a:solidFill>
                  <a:srgbClr val="111111"/>
                </a:solidFill>
                <a:latin typeface="Arial"/>
                <a:ea typeface="Arial"/>
                <a:cs typeface="Arial"/>
              </a:rPr>
              <a:t> </a:t>
            </a:r>
            <a:r>
              <a:rPr sz="1600" b="1" u="sng" spc="-20">
                <a:solidFill>
                  <a:srgbClr val="111111"/>
                </a:solidFill>
                <a:latin typeface="Arial"/>
                <a:ea typeface="Arial"/>
                <a:cs typeface="Arial"/>
              </a:rPr>
              <a:t>DEMO</a:t>
            </a:r>
            <a:r>
              <a:rPr sz="1600" b="1" u="sng">
                <a:solidFill>
                  <a:srgbClr val="111111"/>
                </a:solidFill>
                <a:latin typeface="Arial"/>
                <a:ea typeface="Arial"/>
                <a:cs typeface="Arial"/>
              </a:rPr>
              <a:t>	</a:t>
            </a:r>
            <a:endParaRPr sz="1600">
              <a:latin typeface="Arial"/>
              <a:ea typeface="Arial"/>
              <a:cs typeface="Arial"/>
            </a:endParaRPr>
          </a:p>
        </p:txBody>
      </p:sp>
      <p:pic>
        <p:nvPicPr>
          <p:cNvPr id="969" name="object 56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6a6b51bfd049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82563" y="16303082"/>
            <a:ext cx="4266446" cy="2064450"/>
          </a:xfrm>
          <a:prstGeom xmlns:a="http://schemas.openxmlformats.org/drawingml/2006/main" prst="rect">
            <a:avLst/>
          </a:prstGeom>
        </p:spPr>
      </p:pic>
      <p:pic>
        <p:nvPicPr>
          <p:cNvPr id="970" name="object 56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c108e529546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23155" y="16303082"/>
            <a:ext cx="4266529" cy="2064450"/>
          </a:xfrm>
          <a:prstGeom xmlns:a="http://schemas.openxmlformats.org/drawingml/2006/main" prst="rect">
            <a:avLst/>
          </a:prstGeom>
        </p:spPr>
      </p:pic>
      <p:sp>
        <p:nvSpPr>
          <p:cNvPr id="567" name="object 567">
            <a:extLst xmlns:a="http://schemas.openxmlformats.org/drawingml/2006/main">
              <a:ext uri="{FF2B5EF4-FFF2-40B4-BE49-F238E27FC236}">
                <a16:creationId xmlns:a16="http://schemas.microsoft.com/office/drawing/2014/main" id="{093D1BC0-F2E6-45D9-B2FB-FFE1F9083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9001" y="18416395"/>
            <a:ext cx="3474085" cy="2321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FastAPI</a:t>
            </a:r>
            <a:r>
              <a:rPr sz="700" i="1" spc="8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+</a:t>
            </a:r>
            <a:r>
              <a:rPr sz="700" i="1" spc="8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Lightweight charts</a:t>
            </a:r>
            <a:r>
              <a:rPr sz="700" i="1" spc="8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live</a:t>
            </a:r>
            <a:r>
              <a:rPr sz="700" i="1" spc="9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BTCUSDT</a:t>
            </a:r>
            <a:r>
              <a:rPr sz="700" i="1" spc="12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forecasting</a:t>
            </a:r>
            <a:r>
              <a:rPr sz="700" i="1" spc="6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dashboard</a:t>
            </a:r>
            <a:r>
              <a:rPr sz="700" i="1" spc="7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with</a:t>
            </a:r>
            <a:r>
              <a:rPr sz="700" i="1" spc="80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Binance</a:t>
            </a:r>
            <a:r>
              <a:rPr sz="700" i="1" spc="8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>
                <a:solidFill>
                  <a:srgbClr val="545454"/>
                </a:solidFill>
                <a:latin typeface="Arial"/>
                <a:ea typeface="Arial"/>
                <a:cs typeface="Arial"/>
              </a:rPr>
              <a:t>trading</a:t>
            </a:r>
            <a:r>
              <a:rPr sz="700" i="1" spc="65">
                <a:solidFill>
                  <a:srgbClr val="545454"/>
                </a:solidFill>
                <a:latin typeface="Arial"/>
                <a:ea typeface="Arial"/>
                <a:cs typeface="Arial"/>
              </a:rPr>
              <a:t> </a:t>
            </a:r>
            <a:r>
              <a:rPr sz="700" i="1" spc="-10">
                <a:solidFill>
                  <a:srgbClr val="545454"/>
                </a:solidFill>
                <a:latin typeface="Arial"/>
                <a:ea typeface="Arial"/>
                <a:cs typeface="Arial"/>
              </a:rPr>
              <a:t>integration</a:t>
            </a:r>
            <a:endParaRPr sz="700">
              <a:latin typeface="Arial"/>
              <a:ea typeface="Arial"/>
              <a:cs typeface="Arial"/>
            </a:endParaRPr>
          </a:p>
        </p:txBody>
      </p:sp>
      <p:sp>
        <p:nvSpPr>
          <p:cNvPr id="568" name="object 568">
            <a:extLst xmlns:a="http://schemas.openxmlformats.org/drawingml/2006/main">
              <a:ext uri="{FF2B5EF4-FFF2-40B4-BE49-F238E27FC236}">
                <a16:creationId xmlns:a16="http://schemas.microsoft.com/office/drawing/2014/main" id="{F457D677-2F29-4055-8BA7-CD933AE19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176" y="19816139"/>
            <a:ext cx="518477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Spring</a:t>
            </a:r>
            <a:r>
              <a:rPr sz="700" spc="6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2026</a:t>
            </a:r>
            <a:r>
              <a:rPr sz="700" spc="31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|</a:t>
            </a:r>
            <a:r>
              <a:rPr sz="700" spc="31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ITBP481:</a:t>
            </a:r>
            <a:r>
              <a:rPr sz="700" spc="3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Senior</a:t>
            </a:r>
            <a:r>
              <a:rPr sz="700" spc="6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Graduation</a:t>
            </a:r>
            <a:r>
              <a:rPr sz="700" spc="3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Project</a:t>
            </a:r>
            <a:r>
              <a:rPr sz="700" spc="4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II</a:t>
            </a:r>
            <a:r>
              <a:rPr sz="700" spc="3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|</a:t>
            </a:r>
            <a:r>
              <a:rPr sz="700" spc="32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College</a:t>
            </a:r>
            <a:r>
              <a:rPr sz="700" spc="5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of</a:t>
            </a:r>
            <a:r>
              <a:rPr sz="700" spc="5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Information</a:t>
            </a:r>
            <a:r>
              <a:rPr sz="700" spc="3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Technology</a:t>
            </a:r>
            <a:r>
              <a:rPr sz="700" spc="31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|</a:t>
            </a:r>
            <a:r>
              <a:rPr sz="700" spc="31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United</a:t>
            </a:r>
            <a:r>
              <a:rPr sz="700" spc="5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Arab</a:t>
            </a:r>
            <a:r>
              <a:rPr sz="700" spc="4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Emirates</a:t>
            </a:r>
            <a:r>
              <a:rPr sz="700" spc="45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 </a:t>
            </a:r>
            <a:r>
              <a:rPr sz="700" spc="-10">
                <a:solidFill>
                  <a:srgbClr val="FFFFFF"/>
                </a:solidFill>
                <a:latin typeface="Arial MT"/>
                <a:ea typeface="Arial MT"/>
                <a:cs typeface="Arial MT"/>
              </a:rPr>
              <a:t>University</a:t>
            </a:r>
            <a:endParaRPr sz="700">
              <a:latin typeface="Arial MT"/>
              <a:ea typeface="Arial MT"/>
              <a:cs typeface="Arial MT"/>
            </a:endParaRPr>
          </a:p>
        </p:txBody>
      </p:sp>
      <p:sp>
        <p:nvSpPr>
          <p:cNvPr id="569" name="object 569">
            <a:extLst xmlns:a="http://schemas.openxmlformats.org/drawingml/2006/main">
              <a:ext uri="{FF2B5EF4-FFF2-40B4-BE49-F238E27FC236}">
                <a16:creationId xmlns:a16="http://schemas.microsoft.com/office/drawing/2014/main" id="{240EAD80-5541-4000-8B44-19748505A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4388" y="19816139"/>
            <a:ext cx="467995" cy="137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0" tIns="16510" rIns="0" bIns="0">
            <a:spAutoFit/>
          </a:bodyPr>
          <a:lstStyle xmlns:a="http://schemas.openxmlformats.org/drawingml/2006/main"/>
          <a:p xmlns:a="http://schemas.openxmlformats.org/drawingml/2006/main">
            <a:pPr marL="12700">
              <a:lnSpc>
                <a:spcPct val="100000"/>
              </a:lnSpc>
              <a:spcBef>
                <a:spcPts val="130"/>
              </a:spcBef>
              <a:buNone/>
            </a:pPr>
            <a:r>
              <a:rPr sz="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April</a:t>
            </a:r>
            <a:r>
              <a:rPr sz="700" b="1" spc="45">
                <a:solidFill>
                  <a:srgbClr val="FFFFFF"/>
                </a:solidFill>
                <a:latin typeface="Arial"/>
                <a:ea typeface="Arial"/>
                <a:cs typeface="Arial"/>
              </a:rPr>
              <a:t> </a:t>
            </a:r>
            <a:r>
              <a:rPr sz="700" b="1" spc="-20">
                <a:solidFill>
                  <a:srgbClr val="FFFFFF"/>
                </a:solidFill>
                <a:latin typeface="Arial"/>
                <a:ea typeface="Arial"/>
                <a:cs typeface="Arial"/>
              </a:rPr>
              <a:t>2026</a:t>
            </a:r>
            <a:endParaRPr sz="700"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254471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2026-09-11T03:31:39.9750000Z</dcterms:created>
  <dcterms:modified xsi:type="dcterms:W3CDTF">2026-09-11T03:31:39.9750000Z</dcterms:modified>
</coreProperties>
</file>